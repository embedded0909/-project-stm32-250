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90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0ECE49-95BC-4E29-A928-62FA93D82FB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C9003-8C09-463A-A513-BEF8572C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58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32876ED5-968F-1388-8A83-F46E6774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431007ba2_0_215:notes">
            <a:extLst>
              <a:ext uri="{FF2B5EF4-FFF2-40B4-BE49-F238E27FC236}">
                <a16:creationId xmlns:a16="http://schemas.microsoft.com/office/drawing/2014/main" id="{A68BF86E-B347-EB1E-E6B0-F33CC019D5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431007ba2_0_215:notes">
            <a:extLst>
              <a:ext uri="{FF2B5EF4-FFF2-40B4-BE49-F238E27FC236}">
                <a16:creationId xmlns:a16="http://schemas.microsoft.com/office/drawing/2014/main" id="{B541F5EE-84B5-8123-D16C-D93AA4A6D3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685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985903F2-D371-4525-D9FD-F560033BA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431007ba2_0_215:notes">
            <a:extLst>
              <a:ext uri="{FF2B5EF4-FFF2-40B4-BE49-F238E27FC236}">
                <a16:creationId xmlns:a16="http://schemas.microsoft.com/office/drawing/2014/main" id="{BE16CE9A-6EA7-5CAA-B3F9-1241418FB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431007ba2_0_215:notes">
            <a:extLst>
              <a:ext uri="{FF2B5EF4-FFF2-40B4-BE49-F238E27FC236}">
                <a16:creationId xmlns:a16="http://schemas.microsoft.com/office/drawing/2014/main" id="{11A97115-6AC5-3F97-931D-3C033D28E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9944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95CE10C6-9C2F-A7C9-7F14-D4CD08F4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431007ba2_0_215:notes">
            <a:extLst>
              <a:ext uri="{FF2B5EF4-FFF2-40B4-BE49-F238E27FC236}">
                <a16:creationId xmlns:a16="http://schemas.microsoft.com/office/drawing/2014/main" id="{0F91AE9A-F962-A63C-F6FF-FB44AEBDD6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431007ba2_0_215:notes">
            <a:extLst>
              <a:ext uri="{FF2B5EF4-FFF2-40B4-BE49-F238E27FC236}">
                <a16:creationId xmlns:a16="http://schemas.microsoft.com/office/drawing/2014/main" id="{F5B2C528-FA71-EB43-81B4-1EC26F2872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40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E1B296F0-CB83-A5D3-690D-31B8D357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431007ba2_0_215:notes">
            <a:extLst>
              <a:ext uri="{FF2B5EF4-FFF2-40B4-BE49-F238E27FC236}">
                <a16:creationId xmlns:a16="http://schemas.microsoft.com/office/drawing/2014/main" id="{B0323DC3-9F12-6CFB-7A6C-94C29C0515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431007ba2_0_215:notes">
            <a:extLst>
              <a:ext uri="{FF2B5EF4-FFF2-40B4-BE49-F238E27FC236}">
                <a16:creationId xmlns:a16="http://schemas.microsoft.com/office/drawing/2014/main" id="{48A8DF7D-11F0-EE88-865E-A0C582A56E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572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E4D8F2F8-CE5A-B301-F4BB-702C12944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431007ba2_0_215:notes">
            <a:extLst>
              <a:ext uri="{FF2B5EF4-FFF2-40B4-BE49-F238E27FC236}">
                <a16:creationId xmlns:a16="http://schemas.microsoft.com/office/drawing/2014/main" id="{C96C82CB-E629-3444-773B-5118FD4C6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431007ba2_0_215:notes">
            <a:extLst>
              <a:ext uri="{FF2B5EF4-FFF2-40B4-BE49-F238E27FC236}">
                <a16:creationId xmlns:a16="http://schemas.microsoft.com/office/drawing/2014/main" id="{DF2203B3-B564-1F9E-351E-3C84038C5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5034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3BEF7B98-ED57-E769-E48A-4C7C941B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431007ba2_0_215:notes">
            <a:extLst>
              <a:ext uri="{FF2B5EF4-FFF2-40B4-BE49-F238E27FC236}">
                <a16:creationId xmlns:a16="http://schemas.microsoft.com/office/drawing/2014/main" id="{54052742-EAA0-BB32-621B-F3F77B987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431007ba2_0_215:notes">
            <a:extLst>
              <a:ext uri="{FF2B5EF4-FFF2-40B4-BE49-F238E27FC236}">
                <a16:creationId xmlns:a16="http://schemas.microsoft.com/office/drawing/2014/main" id="{3D30D52E-7889-4F1B-332D-13BA6CE15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4382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57BBFE63-2BAE-257A-75BC-B609E63A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431007ba2_0_215:notes">
            <a:extLst>
              <a:ext uri="{FF2B5EF4-FFF2-40B4-BE49-F238E27FC236}">
                <a16:creationId xmlns:a16="http://schemas.microsoft.com/office/drawing/2014/main" id="{05A64EFB-1AEB-9D31-5013-E0A986511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431007ba2_0_215:notes">
            <a:extLst>
              <a:ext uri="{FF2B5EF4-FFF2-40B4-BE49-F238E27FC236}">
                <a16:creationId xmlns:a16="http://schemas.microsoft.com/office/drawing/2014/main" id="{49E70D91-680C-51DD-16B8-D5210A457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3207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>
          <a:extLst>
            <a:ext uri="{FF2B5EF4-FFF2-40B4-BE49-F238E27FC236}">
              <a16:creationId xmlns:a16="http://schemas.microsoft.com/office/drawing/2014/main" id="{F38298CD-E131-1681-98C1-59B85E5E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431007ba2_0_215:notes">
            <a:extLst>
              <a:ext uri="{FF2B5EF4-FFF2-40B4-BE49-F238E27FC236}">
                <a16:creationId xmlns:a16="http://schemas.microsoft.com/office/drawing/2014/main" id="{C168A60C-4F3D-404F-0D8D-671EBE7BD3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431007ba2_0_215:notes">
            <a:extLst>
              <a:ext uri="{FF2B5EF4-FFF2-40B4-BE49-F238E27FC236}">
                <a16:creationId xmlns:a16="http://schemas.microsoft.com/office/drawing/2014/main" id="{ACB0E361-7F93-2DB2-D20B-6E1269AA5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728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7BE2-EB30-1758-82F1-9BAF37ABB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027A0-99DD-E177-73FE-1FA5024E7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4AF26-88BF-4C4E-CFAD-3EC51337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401C8-2889-5043-CE37-48409784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9E9A-8698-2668-8414-5D317A19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9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64C7A-FBC0-491F-C429-7837ABF94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398A8-37A0-69D7-1FE5-A0DA59618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3308A-C6E1-DD17-55CE-FF7F4A823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38D78-FF4A-3F67-78F8-93EB0042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88973-B6B1-D261-67E6-81104624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0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8FC8-8E45-5DD7-9B52-0D2E34767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4CEE1-D47F-38D8-5CFD-F6A9CC7C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C87E7-6E28-D164-127F-3F8EFFC4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1E9DB-0690-5E54-5953-23C81DCC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82C50-5843-E66C-39C8-2C96E448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54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36CE-93CC-3B92-B2DB-039DA98A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2FF3D-8BF4-63F7-E1C2-84EF274BC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16202-91D0-5AF6-789E-B8B521E44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F4B07-54DC-69CC-9D13-63BE250B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CB536-DA61-982B-7316-B59063BC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CC027-602E-25AD-E6AC-538D0411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69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DBD1-0E13-E753-BE69-F4433EE97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B8F6D-E418-582F-2D5B-387481499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0AC7E-F57A-D6BD-464C-1EC7A43E9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D5E0D3-1324-007D-66D8-2E673A008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CDA772-07EE-76F0-635D-945CA6093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6B8897-FA00-1427-31B7-254357D5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655AD7-8FFD-DB8F-D31A-47F6A66B1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9B4123-9435-00F4-E931-C5E42D5D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5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F3C72-18A6-9D03-B585-8CC96558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6E7F4-69B5-348C-2018-7F2EEE5A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288AA-E990-4003-0E93-72C1EBB6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65C01-2316-0CB2-4AEE-C25A96B9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6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440421-3A69-6717-43F3-382A347F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3BA85-621B-99AA-99EC-FDE09A6A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2A1E2-58A3-5477-3DE2-BC196BFCD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91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C064-383D-949F-57C6-619D3151A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682E5-C49B-0C60-AB1E-4E59C5836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6D9EF-8835-FF5A-9792-9E494F189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7E879-7F80-E2A5-2B04-786D659AA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881EC-E051-D69B-3C9E-D6CAE491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200C4-EC6E-91F0-956D-1F56243A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61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E3DCA-8299-18A1-FAF3-7D3EE0386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7A3809-1CB6-0FB9-C887-414E27221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B6D16-0169-40D4-C284-4A7F7C1D7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602F2-7497-3EC9-4816-E2096008B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A2142-330C-48BD-34BD-84A339AA9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53669-828E-4452-20B2-0622FF65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0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87AF-FBBF-106C-2B92-5037542F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18CCE-D7A9-2D75-5A68-E08564609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D1C5F-D0EF-BE9E-64FD-B6312F11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0108C-C459-E5F1-4F30-5FD53239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07BA-C2E8-38DC-FF2D-62E9ED40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54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58F94-50CF-B5D6-63AE-663A7FF35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309B2-9145-E11A-6D9C-B56320A3D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6F314-C45E-93D9-D26F-6D2407D2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A420E-A2A7-8351-777E-526F51A3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3DF6B-6A5A-34DD-C581-4186CEB9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83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/>
          <p:nvPr/>
        </p:nvSpPr>
        <p:spPr>
          <a:xfrm>
            <a:off x="10974064" y="5951355"/>
            <a:ext cx="386000" cy="386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" name="Google Shape;115;p13"/>
          <p:cNvSpPr/>
          <p:nvPr/>
        </p:nvSpPr>
        <p:spPr>
          <a:xfrm>
            <a:off x="11733408" y="5507783"/>
            <a:ext cx="386000" cy="386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16" name="Google Shape;116;p13"/>
          <p:cNvCxnSpPr>
            <a:stCxn id="114" idx="4"/>
            <a:endCxn id="115" idx="4"/>
          </p:cNvCxnSpPr>
          <p:nvPr/>
        </p:nvCxnSpPr>
        <p:spPr>
          <a:xfrm rot="-5400000">
            <a:off x="11324864" y="5736755"/>
            <a:ext cx="443600" cy="759200"/>
          </a:xfrm>
          <a:prstGeom prst="bentConnector3">
            <a:avLst>
              <a:gd name="adj1" fmla="val -71573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10833100" y="0"/>
            <a:ext cx="1638400" cy="1638400"/>
          </a:xfrm>
          <a:prstGeom prst="ellipse">
            <a:avLst/>
          </a:prstGeom>
          <a:solidFill>
            <a:srgbClr val="FFFFFF">
              <a:alpha val="201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13"/>
          <p:cNvSpPr/>
          <p:nvPr/>
        </p:nvSpPr>
        <p:spPr>
          <a:xfrm>
            <a:off x="11428400" y="1841600"/>
            <a:ext cx="763600" cy="763600"/>
          </a:xfrm>
          <a:prstGeom prst="ellipse">
            <a:avLst/>
          </a:prstGeom>
          <a:solidFill>
            <a:srgbClr val="FFFFFF">
              <a:alpha val="201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13"/>
          <p:cNvSpPr/>
          <p:nvPr/>
        </p:nvSpPr>
        <p:spPr>
          <a:xfrm>
            <a:off x="-408033" y="5363367"/>
            <a:ext cx="1119200" cy="1119200"/>
          </a:xfrm>
          <a:prstGeom prst="ellipse">
            <a:avLst/>
          </a:prstGeom>
          <a:solidFill>
            <a:srgbClr val="FFFFFF">
              <a:alpha val="201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3"/>
          <p:cNvSpPr/>
          <p:nvPr/>
        </p:nvSpPr>
        <p:spPr>
          <a:xfrm>
            <a:off x="276967" y="-205000"/>
            <a:ext cx="674000" cy="674000"/>
          </a:xfrm>
          <a:prstGeom prst="ellipse">
            <a:avLst/>
          </a:prstGeom>
          <a:solidFill>
            <a:srgbClr val="FFFFFF">
              <a:alpha val="201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13"/>
          <p:cNvSpPr/>
          <p:nvPr/>
        </p:nvSpPr>
        <p:spPr>
          <a:xfrm rot="10800000" flipH="1">
            <a:off x="10456867" y="0"/>
            <a:ext cx="517200" cy="51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" name="Google Shape;122;p13"/>
          <p:cNvSpPr/>
          <p:nvPr/>
        </p:nvSpPr>
        <p:spPr>
          <a:xfrm>
            <a:off x="-889000" y="-335267"/>
            <a:ext cx="1549400" cy="3530600"/>
          </a:xfrm>
          <a:custGeom>
            <a:avLst/>
            <a:gdLst/>
            <a:ahLst/>
            <a:cxnLst/>
            <a:rect l="l" t="t" r="r" b="b"/>
            <a:pathLst>
              <a:path w="46482" h="105918" extrusionOk="0">
                <a:moveTo>
                  <a:pt x="46482" y="0"/>
                </a:moveTo>
                <a:lnTo>
                  <a:pt x="46482" y="105918"/>
                </a:lnTo>
                <a:lnTo>
                  <a:pt x="0" y="105918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23" name="Google Shape;123;p13"/>
          <p:cNvSpPr/>
          <p:nvPr/>
        </p:nvSpPr>
        <p:spPr>
          <a:xfrm rot="10800000" flipH="1">
            <a:off x="162667" y="5176633"/>
            <a:ext cx="404400" cy="404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13"/>
          <p:cNvSpPr/>
          <p:nvPr/>
        </p:nvSpPr>
        <p:spPr>
          <a:xfrm rot="10800000" flipH="1">
            <a:off x="512767" y="5969000"/>
            <a:ext cx="517200" cy="51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1"/>
          </p:nvPr>
        </p:nvSpPr>
        <p:spPr>
          <a:xfrm>
            <a:off x="1524251" y="2766300"/>
            <a:ext cx="39492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2" hasCustomPrompt="1"/>
          </p:nvPr>
        </p:nvSpPr>
        <p:spPr>
          <a:xfrm>
            <a:off x="2706467" y="1612900"/>
            <a:ext cx="1584800" cy="67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3"/>
          </p:nvPr>
        </p:nvSpPr>
        <p:spPr>
          <a:xfrm>
            <a:off x="1524251" y="2311733"/>
            <a:ext cx="3949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800">
                <a:solidFill>
                  <a:schemeClr val="dk2"/>
                </a:solidFill>
                <a:latin typeface="Bitter Black"/>
                <a:ea typeface="Bitter Black"/>
                <a:cs typeface="Bitter Black"/>
                <a:sym typeface="Bitter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4"/>
          </p:nvPr>
        </p:nvSpPr>
        <p:spPr>
          <a:xfrm>
            <a:off x="6718551" y="2766300"/>
            <a:ext cx="39492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5" hasCustomPrompt="1"/>
          </p:nvPr>
        </p:nvSpPr>
        <p:spPr>
          <a:xfrm>
            <a:off x="7899767" y="1612900"/>
            <a:ext cx="1586800" cy="67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6"/>
          </p:nvPr>
        </p:nvSpPr>
        <p:spPr>
          <a:xfrm>
            <a:off x="6718551" y="2311733"/>
            <a:ext cx="3949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800">
                <a:solidFill>
                  <a:schemeClr val="dk2"/>
                </a:solidFill>
                <a:latin typeface="Bitter Black"/>
                <a:ea typeface="Bitter Black"/>
                <a:cs typeface="Bitter Black"/>
                <a:sym typeface="Bitter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7"/>
          </p:nvPr>
        </p:nvSpPr>
        <p:spPr>
          <a:xfrm>
            <a:off x="1524251" y="5151733"/>
            <a:ext cx="39492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8" hasCustomPrompt="1"/>
          </p:nvPr>
        </p:nvSpPr>
        <p:spPr>
          <a:xfrm>
            <a:off x="2706467" y="3998233"/>
            <a:ext cx="1584800" cy="67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9"/>
          </p:nvPr>
        </p:nvSpPr>
        <p:spPr>
          <a:xfrm>
            <a:off x="1524251" y="4697167"/>
            <a:ext cx="3949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800">
                <a:solidFill>
                  <a:schemeClr val="dk2"/>
                </a:solidFill>
                <a:latin typeface="Bitter Black"/>
                <a:ea typeface="Bitter Black"/>
                <a:cs typeface="Bitter Black"/>
                <a:sym typeface="Bitter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3"/>
          </p:nvPr>
        </p:nvSpPr>
        <p:spPr>
          <a:xfrm>
            <a:off x="6718551" y="5151733"/>
            <a:ext cx="39492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14" hasCustomPrompt="1"/>
          </p:nvPr>
        </p:nvSpPr>
        <p:spPr>
          <a:xfrm>
            <a:off x="7899767" y="3998233"/>
            <a:ext cx="1586800" cy="67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15"/>
          </p:nvPr>
        </p:nvSpPr>
        <p:spPr>
          <a:xfrm>
            <a:off x="6718551" y="4697167"/>
            <a:ext cx="3949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800">
                <a:solidFill>
                  <a:schemeClr val="dk2"/>
                </a:solidFill>
                <a:latin typeface="Bitter Black"/>
                <a:ea typeface="Bitter Black"/>
                <a:cs typeface="Bitter Black"/>
                <a:sym typeface="Bitter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873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5682A-315B-D13D-6A4F-CFFC4718E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0BB7-F572-D022-456C-F18523783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F3498-71F5-206E-E9CC-9200E2BD2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8BBCA-1A2B-47BE-A77A-94277679242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C1D5E-7118-868D-C104-6325EA867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AD1D5-B4B2-38E3-4A08-EEFA525A0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4565C-0FCF-4689-8C59-F619ED4E7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1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/>
          <p:nvPr/>
        </p:nvSpPr>
        <p:spPr>
          <a:xfrm>
            <a:off x="7810500" y="6337300"/>
            <a:ext cx="2693600" cy="101600"/>
          </a:xfrm>
          <a:prstGeom prst="ellipse">
            <a:avLst/>
          </a:prstGeom>
          <a:solidFill>
            <a:srgbClr val="30302E">
              <a:alpha val="327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355" name="Google Shape;355;p32"/>
          <p:cNvCxnSpPr>
            <a:stCxn id="356" idx="4"/>
          </p:cNvCxnSpPr>
          <p:nvPr/>
        </p:nvCxnSpPr>
        <p:spPr>
          <a:xfrm rot="5400000">
            <a:off x="9100233" y="1974000"/>
            <a:ext cx="1257200" cy="22876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7" name="Google Shape;357;p32"/>
          <p:cNvSpPr txBox="1">
            <a:spLocks noGrp="1"/>
          </p:cNvSpPr>
          <p:nvPr>
            <p:ph type="ctrTitle"/>
          </p:nvPr>
        </p:nvSpPr>
        <p:spPr>
          <a:xfrm>
            <a:off x="953767" y="1746551"/>
            <a:ext cx="6834000" cy="283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dirty="0">
                <a:solidFill>
                  <a:schemeClr val="dk2"/>
                </a:solidFill>
              </a:rPr>
              <a:t>Datasheet &amp; Coding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58" name="Google Shape;358;p32"/>
          <p:cNvSpPr txBox="1">
            <a:spLocks noGrp="1"/>
          </p:cNvSpPr>
          <p:nvPr>
            <p:ph type="subTitle" idx="1"/>
          </p:nvPr>
        </p:nvSpPr>
        <p:spPr>
          <a:xfrm>
            <a:off x="950967" y="4485051"/>
            <a:ext cx="6839600" cy="62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Học Cùng ET - Embedded</a:t>
            </a:r>
            <a:endParaRPr dirty="0"/>
          </a:p>
        </p:txBody>
      </p:sp>
      <p:sp>
        <p:nvSpPr>
          <p:cNvPr id="359" name="Google Shape;359;p32"/>
          <p:cNvSpPr/>
          <p:nvPr/>
        </p:nvSpPr>
        <p:spPr>
          <a:xfrm>
            <a:off x="8610767" y="2489200"/>
            <a:ext cx="1511200" cy="3902400"/>
          </a:xfrm>
          <a:prstGeom prst="trapezoid">
            <a:avLst>
              <a:gd name="adj" fmla="val 25000"/>
            </a:avLst>
          </a:prstGeom>
          <a:solidFill>
            <a:srgbClr val="FFFFFF">
              <a:alpha val="201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0" name="Google Shape;360;p32"/>
          <p:cNvSpPr/>
          <p:nvPr/>
        </p:nvSpPr>
        <p:spPr>
          <a:xfrm>
            <a:off x="10181967" y="1251933"/>
            <a:ext cx="890800" cy="890800"/>
          </a:xfrm>
          <a:prstGeom prst="ellipse">
            <a:avLst/>
          </a:prstGeom>
          <a:solidFill>
            <a:srgbClr val="FFFFFF">
              <a:alpha val="201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1" name="Google Shape;361;p32"/>
          <p:cNvSpPr/>
          <p:nvPr/>
        </p:nvSpPr>
        <p:spPr>
          <a:xfrm>
            <a:off x="6794500" y="250333"/>
            <a:ext cx="1638400" cy="1638400"/>
          </a:xfrm>
          <a:prstGeom prst="ellipse">
            <a:avLst/>
          </a:prstGeom>
          <a:solidFill>
            <a:srgbClr val="FFFFFF">
              <a:alpha val="201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2" name="Google Shape;362;p32"/>
          <p:cNvSpPr/>
          <p:nvPr/>
        </p:nvSpPr>
        <p:spPr>
          <a:xfrm>
            <a:off x="10121967" y="3936900"/>
            <a:ext cx="736800" cy="736800"/>
          </a:xfrm>
          <a:prstGeom prst="ellipse">
            <a:avLst/>
          </a:prstGeom>
          <a:solidFill>
            <a:srgbClr val="FFFFFF">
              <a:alpha val="201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3" name="Google Shape;363;p32"/>
          <p:cNvSpPr/>
          <p:nvPr/>
        </p:nvSpPr>
        <p:spPr>
          <a:xfrm>
            <a:off x="6324600" y="719333"/>
            <a:ext cx="1244800" cy="1244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6" name="Google Shape;356;p32"/>
          <p:cNvSpPr/>
          <p:nvPr/>
        </p:nvSpPr>
        <p:spPr>
          <a:xfrm>
            <a:off x="10504233" y="1752400"/>
            <a:ext cx="736800" cy="736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4" name="Google Shape;364;p32"/>
          <p:cNvSpPr/>
          <p:nvPr/>
        </p:nvSpPr>
        <p:spPr>
          <a:xfrm>
            <a:off x="9804400" y="5282267"/>
            <a:ext cx="517200" cy="51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365" name="Google Shape;365;p32"/>
          <p:cNvCxnSpPr>
            <a:stCxn id="363" idx="6"/>
          </p:cNvCxnSpPr>
          <p:nvPr/>
        </p:nvCxnSpPr>
        <p:spPr>
          <a:xfrm>
            <a:off x="7569400" y="1341733"/>
            <a:ext cx="571200" cy="7792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366" name="Google Shape;366;p32"/>
          <p:cNvGrpSpPr/>
          <p:nvPr/>
        </p:nvGrpSpPr>
        <p:grpSpPr>
          <a:xfrm>
            <a:off x="7847775" y="0"/>
            <a:ext cx="2274199" cy="6391749"/>
            <a:chOff x="751825" y="186053"/>
            <a:chExt cx="588825" cy="1654922"/>
          </a:xfrm>
        </p:grpSpPr>
        <p:sp>
          <p:nvSpPr>
            <p:cNvPr id="367" name="Google Shape;367;p32"/>
            <p:cNvSpPr/>
            <p:nvPr/>
          </p:nvSpPr>
          <p:spPr>
            <a:xfrm>
              <a:off x="810650" y="1694300"/>
              <a:ext cx="116700" cy="103375"/>
            </a:xfrm>
            <a:custGeom>
              <a:avLst/>
              <a:gdLst/>
              <a:ahLst/>
              <a:cxnLst/>
              <a:rect l="l" t="t" r="r" b="b"/>
              <a:pathLst>
                <a:path w="4668" h="4135" extrusionOk="0">
                  <a:moveTo>
                    <a:pt x="778" y="0"/>
                  </a:moveTo>
                  <a:cubicBezTo>
                    <a:pt x="490" y="258"/>
                    <a:pt x="232" y="904"/>
                    <a:pt x="0" y="1456"/>
                  </a:cubicBezTo>
                  <a:cubicBezTo>
                    <a:pt x="283" y="1895"/>
                    <a:pt x="684" y="2491"/>
                    <a:pt x="1060" y="2993"/>
                  </a:cubicBezTo>
                  <a:cubicBezTo>
                    <a:pt x="1816" y="3999"/>
                    <a:pt x="3416" y="4135"/>
                    <a:pt x="4207" y="4135"/>
                  </a:cubicBezTo>
                  <a:cubicBezTo>
                    <a:pt x="4486" y="4135"/>
                    <a:pt x="4665" y="4118"/>
                    <a:pt x="4668" y="4116"/>
                  </a:cubicBezTo>
                  <a:cubicBezTo>
                    <a:pt x="4655" y="3978"/>
                    <a:pt x="4536" y="3777"/>
                    <a:pt x="4266" y="3558"/>
                  </a:cubicBezTo>
                  <a:cubicBezTo>
                    <a:pt x="3934" y="3275"/>
                    <a:pt x="3068" y="2617"/>
                    <a:pt x="2880" y="2378"/>
                  </a:cubicBezTo>
                  <a:cubicBezTo>
                    <a:pt x="2529" y="1939"/>
                    <a:pt x="2717" y="320"/>
                    <a:pt x="2717" y="320"/>
                  </a:cubicBezTo>
                  <a:lnTo>
                    <a:pt x="778" y="0"/>
                  </a:lnTo>
                  <a:close/>
                </a:path>
              </a:pathLst>
            </a:custGeom>
            <a:solidFill>
              <a:srgbClr val="FF5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798400" y="1730525"/>
              <a:ext cx="129550" cy="72875"/>
            </a:xfrm>
            <a:custGeom>
              <a:avLst/>
              <a:gdLst/>
              <a:ahLst/>
              <a:cxnLst/>
              <a:rect l="l" t="t" r="r" b="b"/>
              <a:pathLst>
                <a:path w="5182" h="2915" extrusionOk="0">
                  <a:moveTo>
                    <a:pt x="484" y="1"/>
                  </a:moveTo>
                  <a:cubicBezTo>
                    <a:pt x="409" y="176"/>
                    <a:pt x="333" y="346"/>
                    <a:pt x="264" y="490"/>
                  </a:cubicBezTo>
                  <a:cubicBezTo>
                    <a:pt x="1" y="1036"/>
                    <a:pt x="1952" y="2874"/>
                    <a:pt x="2517" y="2905"/>
                  </a:cubicBezTo>
                  <a:cubicBezTo>
                    <a:pt x="2637" y="2912"/>
                    <a:pt x="2799" y="2915"/>
                    <a:pt x="2982" y="2915"/>
                  </a:cubicBezTo>
                  <a:cubicBezTo>
                    <a:pt x="3483" y="2915"/>
                    <a:pt x="4144" y="2896"/>
                    <a:pt x="4564" y="2896"/>
                  </a:cubicBezTo>
                  <a:cubicBezTo>
                    <a:pt x="4717" y="2896"/>
                    <a:pt x="4838" y="2899"/>
                    <a:pt x="4907" y="2905"/>
                  </a:cubicBezTo>
                  <a:cubicBezTo>
                    <a:pt x="4918" y="2906"/>
                    <a:pt x="4928" y="2907"/>
                    <a:pt x="4938" y="2907"/>
                  </a:cubicBezTo>
                  <a:cubicBezTo>
                    <a:pt x="5094" y="2907"/>
                    <a:pt x="5182" y="2815"/>
                    <a:pt x="5158" y="2667"/>
                  </a:cubicBezTo>
                  <a:cubicBezTo>
                    <a:pt x="5152" y="2667"/>
                    <a:pt x="4976" y="2683"/>
                    <a:pt x="4701" y="2683"/>
                  </a:cubicBezTo>
                  <a:cubicBezTo>
                    <a:pt x="3912" y="2683"/>
                    <a:pt x="2307" y="2552"/>
                    <a:pt x="1544" y="1538"/>
                  </a:cubicBezTo>
                  <a:cubicBezTo>
                    <a:pt x="1168" y="1042"/>
                    <a:pt x="766" y="440"/>
                    <a:pt x="484" y="1"/>
                  </a:cubicBezTo>
                  <a:close/>
                </a:path>
              </a:pathLst>
            </a:custGeom>
            <a:solidFill>
              <a:srgbClr val="D83A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798400" y="1196150"/>
              <a:ext cx="187775" cy="518675"/>
            </a:xfrm>
            <a:custGeom>
              <a:avLst/>
              <a:gdLst/>
              <a:ahLst/>
              <a:cxnLst/>
              <a:rect l="l" t="t" r="r" b="b"/>
              <a:pathLst>
                <a:path w="7511" h="20747" extrusionOk="0">
                  <a:moveTo>
                    <a:pt x="7511" y="0"/>
                  </a:moveTo>
                  <a:lnTo>
                    <a:pt x="1550" y="69"/>
                  </a:lnTo>
                  <a:cubicBezTo>
                    <a:pt x="1550" y="69"/>
                    <a:pt x="980" y="2522"/>
                    <a:pt x="992" y="4687"/>
                  </a:cubicBezTo>
                  <a:cubicBezTo>
                    <a:pt x="1011" y="6851"/>
                    <a:pt x="1180" y="9744"/>
                    <a:pt x="1149" y="10622"/>
                  </a:cubicBezTo>
                  <a:cubicBezTo>
                    <a:pt x="1118" y="11500"/>
                    <a:pt x="785" y="14995"/>
                    <a:pt x="509" y="16187"/>
                  </a:cubicBezTo>
                  <a:cubicBezTo>
                    <a:pt x="233" y="17379"/>
                    <a:pt x="1" y="19951"/>
                    <a:pt x="1" y="19951"/>
                  </a:cubicBezTo>
                  <a:cubicBezTo>
                    <a:pt x="1" y="19951"/>
                    <a:pt x="1795" y="20692"/>
                    <a:pt x="2805" y="20742"/>
                  </a:cubicBezTo>
                  <a:cubicBezTo>
                    <a:pt x="2885" y="20745"/>
                    <a:pt x="2965" y="20747"/>
                    <a:pt x="3046" y="20747"/>
                  </a:cubicBezTo>
                  <a:cubicBezTo>
                    <a:pt x="3875" y="20747"/>
                    <a:pt x="4694" y="20585"/>
                    <a:pt x="4694" y="20585"/>
                  </a:cubicBezTo>
                  <a:cubicBezTo>
                    <a:pt x="4694" y="20585"/>
                    <a:pt x="5409" y="11921"/>
                    <a:pt x="5760" y="10873"/>
                  </a:cubicBezTo>
                  <a:cubicBezTo>
                    <a:pt x="6105" y="9838"/>
                    <a:pt x="7511" y="0"/>
                    <a:pt x="7511" y="0"/>
                  </a:cubicBezTo>
                  <a:close/>
                </a:path>
              </a:pathLst>
            </a:custGeom>
            <a:solidFill>
              <a:srgbClr val="30302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1055950" y="611475"/>
              <a:ext cx="97275" cy="103950"/>
            </a:xfrm>
            <a:custGeom>
              <a:avLst/>
              <a:gdLst/>
              <a:ahLst/>
              <a:cxnLst/>
              <a:rect l="l" t="t" r="r" b="b"/>
              <a:pathLst>
                <a:path w="3891" h="4158" extrusionOk="0">
                  <a:moveTo>
                    <a:pt x="2026" y="0"/>
                  </a:moveTo>
                  <a:cubicBezTo>
                    <a:pt x="1965" y="0"/>
                    <a:pt x="1900" y="72"/>
                    <a:pt x="1851" y="249"/>
                  </a:cubicBezTo>
                  <a:cubicBezTo>
                    <a:pt x="1688" y="839"/>
                    <a:pt x="1632" y="839"/>
                    <a:pt x="1306" y="1566"/>
                  </a:cubicBezTo>
                  <a:cubicBezTo>
                    <a:pt x="961" y="2338"/>
                    <a:pt x="1" y="3141"/>
                    <a:pt x="19" y="3160"/>
                  </a:cubicBezTo>
                  <a:lnTo>
                    <a:pt x="835" y="4158"/>
                  </a:lnTo>
                  <a:lnTo>
                    <a:pt x="3890" y="3781"/>
                  </a:lnTo>
                  <a:lnTo>
                    <a:pt x="3671" y="1460"/>
                  </a:lnTo>
                  <a:cubicBezTo>
                    <a:pt x="3671" y="1460"/>
                    <a:pt x="2347" y="1698"/>
                    <a:pt x="2228" y="1742"/>
                  </a:cubicBezTo>
                  <a:cubicBezTo>
                    <a:pt x="2224" y="1743"/>
                    <a:pt x="2220" y="1744"/>
                    <a:pt x="2216" y="1744"/>
                  </a:cubicBezTo>
                  <a:cubicBezTo>
                    <a:pt x="2097" y="1744"/>
                    <a:pt x="2020" y="1182"/>
                    <a:pt x="2184" y="720"/>
                  </a:cubicBezTo>
                  <a:cubicBezTo>
                    <a:pt x="2298" y="386"/>
                    <a:pt x="2170" y="0"/>
                    <a:pt x="2026" y="0"/>
                  </a:cubicBezTo>
                  <a:close/>
                </a:path>
              </a:pathLst>
            </a:custGeom>
            <a:solidFill>
              <a:srgbClr val="30302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853150" y="1201175"/>
              <a:ext cx="115925" cy="152000"/>
            </a:xfrm>
            <a:custGeom>
              <a:avLst/>
              <a:gdLst/>
              <a:ahLst/>
              <a:cxnLst/>
              <a:rect l="l" t="t" r="r" b="b"/>
              <a:pathLst>
                <a:path w="4637" h="6080" extrusionOk="0">
                  <a:moveTo>
                    <a:pt x="0" y="0"/>
                  </a:moveTo>
                  <a:lnTo>
                    <a:pt x="0" y="6080"/>
                  </a:lnTo>
                  <a:lnTo>
                    <a:pt x="4637" y="6080"/>
                  </a:lnTo>
                  <a:lnTo>
                    <a:pt x="4637" y="0"/>
                  </a:lnTo>
                  <a:close/>
                </a:path>
              </a:pathLst>
            </a:custGeom>
            <a:solidFill>
              <a:srgbClr val="FFD12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2"/>
            <p:cNvSpPr/>
            <p:nvPr/>
          </p:nvSpPr>
          <p:spPr>
            <a:xfrm>
              <a:off x="967800" y="690000"/>
              <a:ext cx="110925" cy="108725"/>
            </a:xfrm>
            <a:custGeom>
              <a:avLst/>
              <a:gdLst/>
              <a:ahLst/>
              <a:cxnLst/>
              <a:rect l="l" t="t" r="r" b="b"/>
              <a:pathLst>
                <a:path w="4437" h="4349" extrusionOk="0">
                  <a:moveTo>
                    <a:pt x="3527" y="0"/>
                  </a:moveTo>
                  <a:cubicBezTo>
                    <a:pt x="3527" y="0"/>
                    <a:pt x="1902" y="1268"/>
                    <a:pt x="1130" y="2184"/>
                  </a:cubicBezTo>
                  <a:cubicBezTo>
                    <a:pt x="352" y="3100"/>
                    <a:pt x="1" y="3689"/>
                    <a:pt x="1" y="3689"/>
                  </a:cubicBezTo>
                  <a:lnTo>
                    <a:pt x="785" y="4348"/>
                  </a:lnTo>
                  <a:lnTo>
                    <a:pt x="4436" y="803"/>
                  </a:lnTo>
                  <a:lnTo>
                    <a:pt x="3527" y="0"/>
                  </a:lnTo>
                  <a:close/>
                </a:path>
              </a:pathLst>
            </a:custGeom>
            <a:solidFill>
              <a:srgbClr val="FFB6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2"/>
            <p:cNvSpPr/>
            <p:nvPr/>
          </p:nvSpPr>
          <p:spPr>
            <a:xfrm>
              <a:off x="886250" y="782225"/>
              <a:ext cx="122525" cy="121100"/>
            </a:xfrm>
            <a:custGeom>
              <a:avLst/>
              <a:gdLst/>
              <a:ahLst/>
              <a:cxnLst/>
              <a:rect l="l" t="t" r="r" b="b"/>
              <a:pathLst>
                <a:path w="4901" h="4844" extrusionOk="0">
                  <a:moveTo>
                    <a:pt x="3263" y="0"/>
                  </a:moveTo>
                  <a:lnTo>
                    <a:pt x="207" y="3049"/>
                  </a:lnTo>
                  <a:cubicBezTo>
                    <a:pt x="207" y="3049"/>
                    <a:pt x="0" y="4267"/>
                    <a:pt x="1368" y="4794"/>
                  </a:cubicBezTo>
                  <a:cubicBezTo>
                    <a:pt x="1456" y="4828"/>
                    <a:pt x="1547" y="4844"/>
                    <a:pt x="1640" y="4844"/>
                  </a:cubicBezTo>
                  <a:cubicBezTo>
                    <a:pt x="3009" y="4844"/>
                    <a:pt x="4900" y="1418"/>
                    <a:pt x="4900" y="1418"/>
                  </a:cubicBezTo>
                  <a:lnTo>
                    <a:pt x="3263" y="0"/>
                  </a:lnTo>
                  <a:close/>
                </a:path>
              </a:pathLst>
            </a:custGeom>
            <a:solidFill>
              <a:srgbClr val="D83A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2"/>
            <p:cNvSpPr/>
            <p:nvPr/>
          </p:nvSpPr>
          <p:spPr>
            <a:xfrm>
              <a:off x="954000" y="754300"/>
              <a:ext cx="85975" cy="91000"/>
            </a:xfrm>
            <a:custGeom>
              <a:avLst/>
              <a:gdLst/>
              <a:ahLst/>
              <a:cxnLst/>
              <a:rect l="l" t="t" r="r" b="b"/>
              <a:pathLst>
                <a:path w="3439" h="3640" extrusionOk="0">
                  <a:moveTo>
                    <a:pt x="1218" y="1"/>
                  </a:moveTo>
                  <a:cubicBezTo>
                    <a:pt x="1218" y="1"/>
                    <a:pt x="189" y="659"/>
                    <a:pt x="1" y="1205"/>
                  </a:cubicBezTo>
                  <a:cubicBezTo>
                    <a:pt x="1" y="1205"/>
                    <a:pt x="496" y="1958"/>
                    <a:pt x="904" y="2441"/>
                  </a:cubicBezTo>
                  <a:cubicBezTo>
                    <a:pt x="1312" y="2931"/>
                    <a:pt x="2516" y="3639"/>
                    <a:pt x="2516" y="3639"/>
                  </a:cubicBezTo>
                  <a:cubicBezTo>
                    <a:pt x="2516" y="3639"/>
                    <a:pt x="2673" y="3069"/>
                    <a:pt x="2981" y="2836"/>
                  </a:cubicBezTo>
                  <a:cubicBezTo>
                    <a:pt x="3288" y="2598"/>
                    <a:pt x="3439" y="2404"/>
                    <a:pt x="3439" y="2404"/>
                  </a:cubicBezTo>
                  <a:cubicBezTo>
                    <a:pt x="3439" y="2404"/>
                    <a:pt x="2228" y="1111"/>
                    <a:pt x="1876" y="785"/>
                  </a:cubicBezTo>
                  <a:cubicBezTo>
                    <a:pt x="1525" y="465"/>
                    <a:pt x="1218" y="1"/>
                    <a:pt x="1218" y="1"/>
                  </a:cubicBezTo>
                  <a:close/>
                </a:path>
              </a:pathLst>
            </a:custGeom>
            <a:solidFill>
              <a:srgbClr val="D83A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2"/>
            <p:cNvSpPr/>
            <p:nvPr/>
          </p:nvSpPr>
          <p:spPr>
            <a:xfrm>
              <a:off x="1139247" y="186053"/>
              <a:ext cx="15855" cy="483583"/>
            </a:xfrm>
            <a:custGeom>
              <a:avLst/>
              <a:gdLst/>
              <a:ahLst/>
              <a:cxnLst/>
              <a:rect l="l" t="t" r="r" b="b"/>
              <a:pathLst>
                <a:path w="634" h="4110" extrusionOk="0">
                  <a:moveTo>
                    <a:pt x="0" y="0"/>
                  </a:moveTo>
                  <a:lnTo>
                    <a:pt x="0" y="4110"/>
                  </a:lnTo>
                  <a:lnTo>
                    <a:pt x="634" y="4110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2"/>
            <p:cNvSpPr/>
            <p:nvPr/>
          </p:nvSpPr>
          <p:spPr>
            <a:xfrm>
              <a:off x="954000" y="679025"/>
              <a:ext cx="386650" cy="179300"/>
            </a:xfrm>
            <a:custGeom>
              <a:avLst/>
              <a:gdLst/>
              <a:ahLst/>
              <a:cxnLst/>
              <a:rect l="l" t="t" r="r" b="b"/>
              <a:pathLst>
                <a:path w="15466" h="7172" extrusionOk="0">
                  <a:moveTo>
                    <a:pt x="7736" y="0"/>
                  </a:moveTo>
                  <a:cubicBezTo>
                    <a:pt x="3646" y="0"/>
                    <a:pt x="295" y="3162"/>
                    <a:pt x="1" y="7171"/>
                  </a:cubicBezTo>
                  <a:lnTo>
                    <a:pt x="15466" y="7171"/>
                  </a:lnTo>
                  <a:cubicBezTo>
                    <a:pt x="15158" y="3162"/>
                    <a:pt x="11821" y="0"/>
                    <a:pt x="77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2"/>
            <p:cNvSpPr/>
            <p:nvPr/>
          </p:nvSpPr>
          <p:spPr>
            <a:xfrm>
              <a:off x="1104425" y="663175"/>
              <a:ext cx="85650" cy="21350"/>
            </a:xfrm>
            <a:custGeom>
              <a:avLst/>
              <a:gdLst/>
              <a:ahLst/>
              <a:cxnLst/>
              <a:rect l="l" t="t" r="r" b="b"/>
              <a:pathLst>
                <a:path w="3426" h="854" extrusionOk="0">
                  <a:moveTo>
                    <a:pt x="0" y="0"/>
                  </a:moveTo>
                  <a:lnTo>
                    <a:pt x="0" y="854"/>
                  </a:lnTo>
                  <a:lnTo>
                    <a:pt x="3426" y="854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D83A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795425" y="737050"/>
              <a:ext cx="135850" cy="153575"/>
            </a:xfrm>
            <a:custGeom>
              <a:avLst/>
              <a:gdLst/>
              <a:ahLst/>
              <a:cxnLst/>
              <a:rect l="l" t="t" r="r" b="b"/>
              <a:pathLst>
                <a:path w="5434" h="6143" extrusionOk="0">
                  <a:moveTo>
                    <a:pt x="2554" y="0"/>
                  </a:moveTo>
                  <a:cubicBezTo>
                    <a:pt x="2046" y="0"/>
                    <a:pt x="540" y="684"/>
                    <a:pt x="277" y="1688"/>
                  </a:cubicBezTo>
                  <a:cubicBezTo>
                    <a:pt x="1" y="2692"/>
                    <a:pt x="967" y="3533"/>
                    <a:pt x="1312" y="3809"/>
                  </a:cubicBezTo>
                  <a:cubicBezTo>
                    <a:pt x="1701" y="4122"/>
                    <a:pt x="2259" y="4455"/>
                    <a:pt x="2711" y="4957"/>
                  </a:cubicBezTo>
                  <a:cubicBezTo>
                    <a:pt x="2918" y="5183"/>
                    <a:pt x="3069" y="5898"/>
                    <a:pt x="3087" y="6099"/>
                  </a:cubicBezTo>
                  <a:cubicBezTo>
                    <a:pt x="3195" y="6129"/>
                    <a:pt x="3306" y="6142"/>
                    <a:pt x="3419" y="6142"/>
                  </a:cubicBezTo>
                  <a:cubicBezTo>
                    <a:pt x="3823" y="6142"/>
                    <a:pt x="4247" y="5973"/>
                    <a:pt x="4581" y="5791"/>
                  </a:cubicBezTo>
                  <a:cubicBezTo>
                    <a:pt x="4813" y="5660"/>
                    <a:pt x="4995" y="5509"/>
                    <a:pt x="5145" y="5346"/>
                  </a:cubicBezTo>
                  <a:cubicBezTo>
                    <a:pt x="5095" y="5327"/>
                    <a:pt x="5051" y="5314"/>
                    <a:pt x="5013" y="5283"/>
                  </a:cubicBezTo>
                  <a:cubicBezTo>
                    <a:pt x="4863" y="5176"/>
                    <a:pt x="4480" y="4568"/>
                    <a:pt x="4512" y="4342"/>
                  </a:cubicBezTo>
                  <a:cubicBezTo>
                    <a:pt x="4549" y="4028"/>
                    <a:pt x="4763" y="3890"/>
                    <a:pt x="5051" y="3777"/>
                  </a:cubicBezTo>
                  <a:cubicBezTo>
                    <a:pt x="5434" y="3608"/>
                    <a:pt x="5057" y="3225"/>
                    <a:pt x="5221" y="3012"/>
                  </a:cubicBezTo>
                  <a:cubicBezTo>
                    <a:pt x="5333" y="2874"/>
                    <a:pt x="5189" y="2868"/>
                    <a:pt x="5108" y="2817"/>
                  </a:cubicBezTo>
                  <a:cubicBezTo>
                    <a:pt x="5095" y="2755"/>
                    <a:pt x="5183" y="2654"/>
                    <a:pt x="5177" y="2598"/>
                  </a:cubicBezTo>
                  <a:cubicBezTo>
                    <a:pt x="5158" y="2460"/>
                    <a:pt x="5013" y="2504"/>
                    <a:pt x="4995" y="2435"/>
                  </a:cubicBezTo>
                  <a:cubicBezTo>
                    <a:pt x="4951" y="2265"/>
                    <a:pt x="5315" y="2002"/>
                    <a:pt x="5183" y="1883"/>
                  </a:cubicBezTo>
                  <a:cubicBezTo>
                    <a:pt x="4957" y="1682"/>
                    <a:pt x="4179" y="1494"/>
                    <a:pt x="4135" y="1287"/>
                  </a:cubicBezTo>
                  <a:cubicBezTo>
                    <a:pt x="4028" y="873"/>
                    <a:pt x="3865" y="628"/>
                    <a:pt x="3570" y="371"/>
                  </a:cubicBezTo>
                  <a:cubicBezTo>
                    <a:pt x="3263" y="107"/>
                    <a:pt x="3069" y="13"/>
                    <a:pt x="2554" y="0"/>
                  </a:cubicBezTo>
                  <a:close/>
                </a:path>
              </a:pathLst>
            </a:custGeom>
            <a:solidFill>
              <a:srgbClr val="FFB6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2"/>
            <p:cNvSpPr/>
            <p:nvPr/>
          </p:nvSpPr>
          <p:spPr>
            <a:xfrm>
              <a:off x="785550" y="725750"/>
              <a:ext cx="96800" cy="131150"/>
            </a:xfrm>
            <a:custGeom>
              <a:avLst/>
              <a:gdLst/>
              <a:ahLst/>
              <a:cxnLst/>
              <a:rect l="l" t="t" r="r" b="b"/>
              <a:pathLst>
                <a:path w="3872" h="5246" extrusionOk="0">
                  <a:moveTo>
                    <a:pt x="3357" y="1"/>
                  </a:moveTo>
                  <a:cubicBezTo>
                    <a:pt x="3357" y="1"/>
                    <a:pt x="2755" y="63"/>
                    <a:pt x="1970" y="515"/>
                  </a:cubicBezTo>
                  <a:cubicBezTo>
                    <a:pt x="578" y="1325"/>
                    <a:pt x="270" y="2297"/>
                    <a:pt x="270" y="2297"/>
                  </a:cubicBezTo>
                  <a:cubicBezTo>
                    <a:pt x="270" y="2297"/>
                    <a:pt x="0" y="2705"/>
                    <a:pt x="904" y="3897"/>
                  </a:cubicBezTo>
                  <a:cubicBezTo>
                    <a:pt x="1845" y="5139"/>
                    <a:pt x="2918" y="5246"/>
                    <a:pt x="2918" y="5246"/>
                  </a:cubicBezTo>
                  <a:lnTo>
                    <a:pt x="2560" y="3891"/>
                  </a:lnTo>
                  <a:cubicBezTo>
                    <a:pt x="2560" y="3891"/>
                    <a:pt x="2259" y="3621"/>
                    <a:pt x="2623" y="3188"/>
                  </a:cubicBezTo>
                  <a:cubicBezTo>
                    <a:pt x="3043" y="2692"/>
                    <a:pt x="2817" y="2328"/>
                    <a:pt x="3006" y="1764"/>
                  </a:cubicBezTo>
                  <a:cubicBezTo>
                    <a:pt x="3294" y="879"/>
                    <a:pt x="3871" y="747"/>
                    <a:pt x="3871" y="747"/>
                  </a:cubicBezTo>
                  <a:cubicBezTo>
                    <a:pt x="3539" y="446"/>
                    <a:pt x="3357" y="1"/>
                    <a:pt x="3357" y="1"/>
                  </a:cubicBezTo>
                  <a:close/>
                </a:path>
              </a:pathLst>
            </a:custGeom>
            <a:solidFill>
              <a:srgbClr val="30302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2"/>
            <p:cNvSpPr/>
            <p:nvPr/>
          </p:nvSpPr>
          <p:spPr>
            <a:xfrm>
              <a:off x="829775" y="799675"/>
              <a:ext cx="39525" cy="25900"/>
            </a:xfrm>
            <a:custGeom>
              <a:avLst/>
              <a:gdLst/>
              <a:ahLst/>
              <a:cxnLst/>
              <a:rect l="l" t="t" r="r" b="b"/>
              <a:pathLst>
                <a:path w="1581" h="1036" extrusionOk="0">
                  <a:moveTo>
                    <a:pt x="627" y="1"/>
                  </a:moveTo>
                  <a:cubicBezTo>
                    <a:pt x="544" y="1"/>
                    <a:pt x="450" y="32"/>
                    <a:pt x="352" y="118"/>
                  </a:cubicBezTo>
                  <a:cubicBezTo>
                    <a:pt x="1" y="432"/>
                    <a:pt x="327" y="1003"/>
                    <a:pt x="973" y="1034"/>
                  </a:cubicBezTo>
                  <a:cubicBezTo>
                    <a:pt x="987" y="1035"/>
                    <a:pt x="999" y="1035"/>
                    <a:pt x="1012" y="1035"/>
                  </a:cubicBezTo>
                  <a:cubicBezTo>
                    <a:pt x="1581" y="1035"/>
                    <a:pt x="992" y="206"/>
                    <a:pt x="992" y="206"/>
                  </a:cubicBezTo>
                  <a:cubicBezTo>
                    <a:pt x="992" y="206"/>
                    <a:pt x="842" y="1"/>
                    <a:pt x="627" y="1"/>
                  </a:cubicBezTo>
                  <a:close/>
                </a:path>
              </a:pathLst>
            </a:custGeom>
            <a:solidFill>
              <a:srgbClr val="FFB6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2"/>
            <p:cNvSpPr/>
            <p:nvPr/>
          </p:nvSpPr>
          <p:spPr>
            <a:xfrm>
              <a:off x="860525" y="860575"/>
              <a:ext cx="76725" cy="33650"/>
            </a:xfrm>
            <a:custGeom>
              <a:avLst/>
              <a:gdLst/>
              <a:ahLst/>
              <a:cxnLst/>
              <a:rect l="l" t="t" r="r" b="b"/>
              <a:pathLst>
                <a:path w="3069" h="1346" extrusionOk="0">
                  <a:moveTo>
                    <a:pt x="2195" y="0"/>
                  </a:moveTo>
                  <a:cubicBezTo>
                    <a:pt x="2012" y="0"/>
                    <a:pt x="1827" y="12"/>
                    <a:pt x="1669" y="47"/>
                  </a:cubicBezTo>
                  <a:cubicBezTo>
                    <a:pt x="1136" y="173"/>
                    <a:pt x="38" y="424"/>
                    <a:pt x="38" y="424"/>
                  </a:cubicBezTo>
                  <a:lnTo>
                    <a:pt x="0" y="1346"/>
                  </a:lnTo>
                  <a:cubicBezTo>
                    <a:pt x="0" y="1346"/>
                    <a:pt x="1638" y="1120"/>
                    <a:pt x="2240" y="668"/>
                  </a:cubicBezTo>
                  <a:cubicBezTo>
                    <a:pt x="2842" y="210"/>
                    <a:pt x="3068" y="72"/>
                    <a:pt x="3068" y="72"/>
                  </a:cubicBezTo>
                  <a:cubicBezTo>
                    <a:pt x="3068" y="72"/>
                    <a:pt x="2638" y="0"/>
                    <a:pt x="2195" y="0"/>
                  </a:cubicBezTo>
                  <a:close/>
                </a:path>
              </a:pathLst>
            </a:custGeom>
            <a:solidFill>
              <a:srgbClr val="D83A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751825" y="712350"/>
              <a:ext cx="163450" cy="112400"/>
            </a:xfrm>
            <a:custGeom>
              <a:avLst/>
              <a:gdLst/>
              <a:ahLst/>
              <a:cxnLst/>
              <a:rect l="l" t="t" r="r" b="b"/>
              <a:pathLst>
                <a:path w="6538" h="4496" extrusionOk="0">
                  <a:moveTo>
                    <a:pt x="3459" y="1"/>
                  </a:moveTo>
                  <a:cubicBezTo>
                    <a:pt x="2916" y="1"/>
                    <a:pt x="2305" y="217"/>
                    <a:pt x="1694" y="863"/>
                  </a:cubicBezTo>
                  <a:cubicBezTo>
                    <a:pt x="0" y="2664"/>
                    <a:pt x="2033" y="4496"/>
                    <a:pt x="2033" y="4496"/>
                  </a:cubicBezTo>
                  <a:lnTo>
                    <a:pt x="2397" y="4213"/>
                  </a:lnTo>
                  <a:cubicBezTo>
                    <a:pt x="2008" y="3705"/>
                    <a:pt x="1142" y="2344"/>
                    <a:pt x="1964" y="1421"/>
                  </a:cubicBezTo>
                  <a:cubicBezTo>
                    <a:pt x="2559" y="758"/>
                    <a:pt x="3173" y="617"/>
                    <a:pt x="3588" y="617"/>
                  </a:cubicBezTo>
                  <a:cubicBezTo>
                    <a:pt x="3894" y="617"/>
                    <a:pt x="4091" y="694"/>
                    <a:pt x="4091" y="694"/>
                  </a:cubicBezTo>
                  <a:cubicBezTo>
                    <a:pt x="4091" y="694"/>
                    <a:pt x="3307" y="794"/>
                    <a:pt x="2661" y="1622"/>
                  </a:cubicBezTo>
                  <a:cubicBezTo>
                    <a:pt x="2102" y="2331"/>
                    <a:pt x="2711" y="3266"/>
                    <a:pt x="3056" y="3705"/>
                  </a:cubicBezTo>
                  <a:lnTo>
                    <a:pt x="6538" y="1007"/>
                  </a:lnTo>
                  <a:lnTo>
                    <a:pt x="6337" y="706"/>
                  </a:lnTo>
                  <a:lnTo>
                    <a:pt x="5377" y="882"/>
                  </a:lnTo>
                  <a:cubicBezTo>
                    <a:pt x="5377" y="882"/>
                    <a:pt x="4555" y="1"/>
                    <a:pt x="3459" y="1"/>
                  </a:cubicBezTo>
                  <a:close/>
                </a:path>
              </a:pathLst>
            </a:custGeom>
            <a:solidFill>
              <a:srgbClr val="FF5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2"/>
            <p:cNvSpPr/>
            <p:nvPr/>
          </p:nvSpPr>
          <p:spPr>
            <a:xfrm>
              <a:off x="780050" y="727900"/>
              <a:ext cx="74075" cy="89950"/>
            </a:xfrm>
            <a:custGeom>
              <a:avLst/>
              <a:gdLst/>
              <a:ahLst/>
              <a:cxnLst/>
              <a:rect l="l" t="t" r="r" b="b"/>
              <a:pathLst>
                <a:path w="2963" h="3598" extrusionOk="0">
                  <a:moveTo>
                    <a:pt x="2459" y="1"/>
                  </a:moveTo>
                  <a:cubicBezTo>
                    <a:pt x="2044" y="1"/>
                    <a:pt x="1430" y="142"/>
                    <a:pt x="835" y="806"/>
                  </a:cubicBezTo>
                  <a:cubicBezTo>
                    <a:pt x="1" y="1722"/>
                    <a:pt x="873" y="3083"/>
                    <a:pt x="1268" y="3598"/>
                  </a:cubicBezTo>
                  <a:lnTo>
                    <a:pt x="1927" y="3089"/>
                  </a:lnTo>
                  <a:cubicBezTo>
                    <a:pt x="1582" y="2650"/>
                    <a:pt x="986" y="1715"/>
                    <a:pt x="1532" y="1013"/>
                  </a:cubicBezTo>
                  <a:cubicBezTo>
                    <a:pt x="2184" y="178"/>
                    <a:pt x="2962" y="78"/>
                    <a:pt x="2962" y="78"/>
                  </a:cubicBezTo>
                  <a:cubicBezTo>
                    <a:pt x="2962" y="78"/>
                    <a:pt x="2765" y="1"/>
                    <a:pt x="2459" y="1"/>
                  </a:cubicBezTo>
                  <a:close/>
                </a:path>
              </a:pathLst>
            </a:custGeom>
            <a:solidFill>
              <a:srgbClr val="D83A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2"/>
            <p:cNvSpPr/>
            <p:nvPr/>
          </p:nvSpPr>
          <p:spPr>
            <a:xfrm>
              <a:off x="832125" y="764500"/>
              <a:ext cx="238900" cy="444825"/>
            </a:xfrm>
            <a:custGeom>
              <a:avLst/>
              <a:gdLst/>
              <a:ahLst/>
              <a:cxnLst/>
              <a:rect l="l" t="t" r="r" b="b"/>
              <a:pathLst>
                <a:path w="9556" h="17793" extrusionOk="0">
                  <a:moveTo>
                    <a:pt x="8201" y="0"/>
                  </a:moveTo>
                  <a:cubicBezTo>
                    <a:pt x="8201" y="0"/>
                    <a:pt x="4035" y="2824"/>
                    <a:pt x="2811" y="3903"/>
                  </a:cubicBezTo>
                  <a:cubicBezTo>
                    <a:pt x="2335" y="4323"/>
                    <a:pt x="1143" y="5195"/>
                    <a:pt x="1143" y="5195"/>
                  </a:cubicBezTo>
                  <a:cubicBezTo>
                    <a:pt x="1143" y="5195"/>
                    <a:pt x="239" y="6318"/>
                    <a:pt x="114" y="8684"/>
                  </a:cubicBezTo>
                  <a:cubicBezTo>
                    <a:pt x="1" y="11055"/>
                    <a:pt x="427" y="13646"/>
                    <a:pt x="547" y="14456"/>
                  </a:cubicBezTo>
                  <a:cubicBezTo>
                    <a:pt x="666" y="15265"/>
                    <a:pt x="208" y="17335"/>
                    <a:pt x="208" y="17335"/>
                  </a:cubicBezTo>
                  <a:cubicBezTo>
                    <a:pt x="208" y="17335"/>
                    <a:pt x="2337" y="17792"/>
                    <a:pt x="3608" y="17792"/>
                  </a:cubicBezTo>
                  <a:cubicBezTo>
                    <a:pt x="3848" y="17792"/>
                    <a:pt x="4058" y="17776"/>
                    <a:pt x="4217" y="17737"/>
                  </a:cubicBezTo>
                  <a:cubicBezTo>
                    <a:pt x="4254" y="17724"/>
                    <a:pt x="4286" y="17718"/>
                    <a:pt x="4323" y="17712"/>
                  </a:cubicBezTo>
                  <a:cubicBezTo>
                    <a:pt x="4493" y="15309"/>
                    <a:pt x="4838" y="10603"/>
                    <a:pt x="4744" y="9838"/>
                  </a:cubicBezTo>
                  <a:cubicBezTo>
                    <a:pt x="4618" y="8803"/>
                    <a:pt x="4035" y="7805"/>
                    <a:pt x="3583" y="7466"/>
                  </a:cubicBezTo>
                  <a:cubicBezTo>
                    <a:pt x="3125" y="7140"/>
                    <a:pt x="3081" y="6638"/>
                    <a:pt x="3796" y="6475"/>
                  </a:cubicBezTo>
                  <a:cubicBezTo>
                    <a:pt x="4499" y="6306"/>
                    <a:pt x="6036" y="5478"/>
                    <a:pt x="6745" y="4731"/>
                  </a:cubicBezTo>
                  <a:cubicBezTo>
                    <a:pt x="7216" y="4235"/>
                    <a:pt x="8646" y="2667"/>
                    <a:pt x="9556" y="1663"/>
                  </a:cubicBezTo>
                  <a:lnTo>
                    <a:pt x="8201" y="0"/>
                  </a:lnTo>
                  <a:close/>
                </a:path>
              </a:pathLst>
            </a:custGeom>
            <a:solidFill>
              <a:srgbClr val="FF5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2"/>
            <p:cNvSpPr/>
            <p:nvPr/>
          </p:nvSpPr>
          <p:spPr>
            <a:xfrm>
              <a:off x="909150" y="806050"/>
              <a:ext cx="169575" cy="401100"/>
            </a:xfrm>
            <a:custGeom>
              <a:avLst/>
              <a:gdLst/>
              <a:ahLst/>
              <a:cxnLst/>
              <a:rect l="l" t="t" r="r" b="b"/>
              <a:pathLst>
                <a:path w="6783" h="16044" extrusionOk="0">
                  <a:moveTo>
                    <a:pt x="6469" y="1"/>
                  </a:moveTo>
                  <a:cubicBezTo>
                    <a:pt x="5553" y="999"/>
                    <a:pt x="4116" y="2567"/>
                    <a:pt x="3652" y="3069"/>
                  </a:cubicBezTo>
                  <a:cubicBezTo>
                    <a:pt x="2949" y="3816"/>
                    <a:pt x="1412" y="4644"/>
                    <a:pt x="703" y="4813"/>
                  </a:cubicBezTo>
                  <a:cubicBezTo>
                    <a:pt x="0" y="4976"/>
                    <a:pt x="38" y="5478"/>
                    <a:pt x="496" y="5804"/>
                  </a:cubicBezTo>
                  <a:cubicBezTo>
                    <a:pt x="948" y="6137"/>
                    <a:pt x="1531" y="7134"/>
                    <a:pt x="1657" y="8176"/>
                  </a:cubicBezTo>
                  <a:cubicBezTo>
                    <a:pt x="1751" y="8941"/>
                    <a:pt x="1412" y="13647"/>
                    <a:pt x="1224" y="16043"/>
                  </a:cubicBezTo>
                  <a:cubicBezTo>
                    <a:pt x="2177" y="15799"/>
                    <a:pt x="3068" y="15611"/>
                    <a:pt x="3068" y="15611"/>
                  </a:cubicBezTo>
                  <a:cubicBezTo>
                    <a:pt x="3068" y="15611"/>
                    <a:pt x="3351" y="8734"/>
                    <a:pt x="2692" y="6570"/>
                  </a:cubicBezTo>
                  <a:cubicBezTo>
                    <a:pt x="2579" y="6206"/>
                    <a:pt x="2447" y="5798"/>
                    <a:pt x="2296" y="5390"/>
                  </a:cubicBezTo>
                  <a:cubicBezTo>
                    <a:pt x="2949" y="4738"/>
                    <a:pt x="3589" y="4098"/>
                    <a:pt x="3859" y="3853"/>
                  </a:cubicBezTo>
                  <a:cubicBezTo>
                    <a:pt x="4938" y="2856"/>
                    <a:pt x="6782" y="384"/>
                    <a:pt x="6782" y="384"/>
                  </a:cubicBezTo>
                  <a:lnTo>
                    <a:pt x="6469" y="1"/>
                  </a:lnTo>
                  <a:close/>
                </a:path>
              </a:pathLst>
            </a:custGeom>
            <a:solidFill>
              <a:srgbClr val="D83A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1037125" y="710225"/>
              <a:ext cx="93975" cy="105275"/>
            </a:xfrm>
            <a:custGeom>
              <a:avLst/>
              <a:gdLst/>
              <a:ahLst/>
              <a:cxnLst/>
              <a:rect l="l" t="t" r="r" b="b"/>
              <a:pathLst>
                <a:path w="3759" h="4211" extrusionOk="0">
                  <a:moveTo>
                    <a:pt x="2328" y="1"/>
                  </a:moveTo>
                  <a:cubicBezTo>
                    <a:pt x="1243" y="1036"/>
                    <a:pt x="1" y="2165"/>
                    <a:pt x="1" y="2165"/>
                  </a:cubicBezTo>
                  <a:lnTo>
                    <a:pt x="1663" y="4210"/>
                  </a:lnTo>
                  <a:cubicBezTo>
                    <a:pt x="1663" y="4210"/>
                    <a:pt x="2893" y="2422"/>
                    <a:pt x="3759" y="1199"/>
                  </a:cubicBezTo>
                  <a:cubicBezTo>
                    <a:pt x="3207" y="854"/>
                    <a:pt x="2705" y="383"/>
                    <a:pt x="2328" y="1"/>
                  </a:cubicBezTo>
                  <a:close/>
                </a:path>
              </a:pathLst>
            </a:custGeom>
            <a:solidFill>
              <a:srgbClr val="FFB6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1095325" y="606550"/>
              <a:ext cx="101750" cy="133500"/>
            </a:xfrm>
            <a:custGeom>
              <a:avLst/>
              <a:gdLst/>
              <a:ahLst/>
              <a:cxnLst/>
              <a:rect l="l" t="t" r="r" b="b"/>
              <a:pathLst>
                <a:path w="4070" h="5340" extrusionOk="0">
                  <a:moveTo>
                    <a:pt x="2934" y="0"/>
                  </a:moveTo>
                  <a:cubicBezTo>
                    <a:pt x="2916" y="0"/>
                    <a:pt x="2898" y="2"/>
                    <a:pt x="2880" y="7"/>
                  </a:cubicBezTo>
                  <a:cubicBezTo>
                    <a:pt x="2466" y="120"/>
                    <a:pt x="1958" y="1971"/>
                    <a:pt x="1588" y="2523"/>
                  </a:cubicBezTo>
                  <a:cubicBezTo>
                    <a:pt x="1437" y="2755"/>
                    <a:pt x="753" y="3426"/>
                    <a:pt x="0" y="4141"/>
                  </a:cubicBezTo>
                  <a:cubicBezTo>
                    <a:pt x="371" y="4524"/>
                    <a:pt x="872" y="4995"/>
                    <a:pt x="1431" y="5340"/>
                  </a:cubicBezTo>
                  <a:cubicBezTo>
                    <a:pt x="1832" y="4769"/>
                    <a:pt x="2152" y="4323"/>
                    <a:pt x="2228" y="4229"/>
                  </a:cubicBezTo>
                  <a:cubicBezTo>
                    <a:pt x="2479" y="3953"/>
                    <a:pt x="3639" y="3081"/>
                    <a:pt x="3859" y="2083"/>
                  </a:cubicBezTo>
                  <a:cubicBezTo>
                    <a:pt x="4069" y="1134"/>
                    <a:pt x="3358" y="0"/>
                    <a:pt x="2934" y="0"/>
                  </a:cubicBezTo>
                  <a:close/>
                </a:path>
              </a:pathLst>
            </a:custGeom>
            <a:solidFill>
              <a:srgbClr val="30302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2"/>
            <p:cNvSpPr/>
            <p:nvPr/>
          </p:nvSpPr>
          <p:spPr>
            <a:xfrm>
              <a:off x="1005125" y="752425"/>
              <a:ext cx="85525" cy="92875"/>
            </a:xfrm>
            <a:custGeom>
              <a:avLst/>
              <a:gdLst/>
              <a:ahLst/>
              <a:cxnLst/>
              <a:rect l="l" t="t" r="r" b="b"/>
              <a:pathLst>
                <a:path w="3421" h="3715" extrusionOk="0">
                  <a:moveTo>
                    <a:pt x="1369" y="0"/>
                  </a:moveTo>
                  <a:cubicBezTo>
                    <a:pt x="1369" y="0"/>
                    <a:pt x="233" y="477"/>
                    <a:pt x="1" y="1004"/>
                  </a:cubicBezTo>
                  <a:cubicBezTo>
                    <a:pt x="1" y="1004"/>
                    <a:pt x="522" y="1908"/>
                    <a:pt x="892" y="2416"/>
                  </a:cubicBezTo>
                  <a:cubicBezTo>
                    <a:pt x="1268" y="2924"/>
                    <a:pt x="2429" y="3714"/>
                    <a:pt x="2429" y="3714"/>
                  </a:cubicBezTo>
                  <a:cubicBezTo>
                    <a:pt x="2429" y="3714"/>
                    <a:pt x="2623" y="3150"/>
                    <a:pt x="2937" y="2943"/>
                  </a:cubicBezTo>
                  <a:cubicBezTo>
                    <a:pt x="3251" y="2723"/>
                    <a:pt x="3420" y="2535"/>
                    <a:pt x="3420" y="2535"/>
                  </a:cubicBezTo>
                  <a:cubicBezTo>
                    <a:pt x="3420" y="2535"/>
                    <a:pt x="2303" y="1167"/>
                    <a:pt x="1971" y="822"/>
                  </a:cubicBezTo>
                  <a:cubicBezTo>
                    <a:pt x="1645" y="477"/>
                    <a:pt x="1369" y="0"/>
                    <a:pt x="1369" y="0"/>
                  </a:cubicBezTo>
                  <a:close/>
                </a:path>
              </a:pathLst>
            </a:custGeom>
            <a:solidFill>
              <a:srgbClr val="D83A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1019100" y="782225"/>
              <a:ext cx="39075" cy="46125"/>
            </a:xfrm>
            <a:custGeom>
              <a:avLst/>
              <a:gdLst/>
              <a:ahLst/>
              <a:cxnLst/>
              <a:rect l="l" t="t" r="r" b="b"/>
              <a:pathLst>
                <a:path w="1563" h="1845" extrusionOk="0">
                  <a:moveTo>
                    <a:pt x="0" y="0"/>
                  </a:moveTo>
                  <a:cubicBezTo>
                    <a:pt x="0" y="0"/>
                    <a:pt x="471" y="929"/>
                    <a:pt x="803" y="1224"/>
                  </a:cubicBezTo>
                  <a:cubicBezTo>
                    <a:pt x="1130" y="1512"/>
                    <a:pt x="1562" y="1845"/>
                    <a:pt x="1562" y="1845"/>
                  </a:cubicBezTo>
                  <a:cubicBezTo>
                    <a:pt x="1562" y="1845"/>
                    <a:pt x="1224" y="1268"/>
                    <a:pt x="948" y="923"/>
                  </a:cubicBezTo>
                  <a:cubicBezTo>
                    <a:pt x="565" y="40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5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1037125" y="784425"/>
              <a:ext cx="42850" cy="29825"/>
            </a:xfrm>
            <a:custGeom>
              <a:avLst/>
              <a:gdLst/>
              <a:ahLst/>
              <a:cxnLst/>
              <a:rect l="l" t="t" r="r" b="b"/>
              <a:pathLst>
                <a:path w="1714" h="1193" extrusionOk="0">
                  <a:moveTo>
                    <a:pt x="1" y="0"/>
                  </a:moveTo>
                  <a:cubicBezTo>
                    <a:pt x="1" y="0"/>
                    <a:pt x="559" y="741"/>
                    <a:pt x="904" y="973"/>
                  </a:cubicBezTo>
                  <a:cubicBezTo>
                    <a:pt x="1249" y="1192"/>
                    <a:pt x="1714" y="1192"/>
                    <a:pt x="1714" y="1192"/>
                  </a:cubicBezTo>
                  <a:cubicBezTo>
                    <a:pt x="1714" y="1192"/>
                    <a:pt x="1136" y="847"/>
                    <a:pt x="848" y="584"/>
                  </a:cubicBezTo>
                  <a:cubicBezTo>
                    <a:pt x="559" y="31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5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913225" y="1079775"/>
              <a:ext cx="58050" cy="62450"/>
            </a:xfrm>
            <a:custGeom>
              <a:avLst/>
              <a:gdLst/>
              <a:ahLst/>
              <a:cxnLst/>
              <a:rect l="l" t="t" r="r" b="b"/>
              <a:pathLst>
                <a:path w="2322" h="2498" extrusionOk="0">
                  <a:moveTo>
                    <a:pt x="1908" y="0"/>
                  </a:moveTo>
                  <a:lnTo>
                    <a:pt x="0" y="1876"/>
                  </a:lnTo>
                  <a:lnTo>
                    <a:pt x="408" y="2497"/>
                  </a:lnTo>
                  <a:lnTo>
                    <a:pt x="2322" y="502"/>
                  </a:lnTo>
                  <a:lnTo>
                    <a:pt x="1908" y="0"/>
                  </a:lnTo>
                  <a:close/>
                </a:path>
              </a:pathLst>
            </a:custGeom>
            <a:solidFill>
              <a:srgbClr val="D83A3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901150" y="1183825"/>
              <a:ext cx="26200" cy="73200"/>
            </a:xfrm>
            <a:custGeom>
              <a:avLst/>
              <a:gdLst/>
              <a:ahLst/>
              <a:cxnLst/>
              <a:rect l="l" t="t" r="r" b="b"/>
              <a:pathLst>
                <a:path w="1048" h="2928" extrusionOk="0">
                  <a:moveTo>
                    <a:pt x="267" y="0"/>
                  </a:moveTo>
                  <a:cubicBezTo>
                    <a:pt x="251" y="0"/>
                    <a:pt x="235" y="4"/>
                    <a:pt x="220" y="10"/>
                  </a:cubicBezTo>
                  <a:cubicBezTo>
                    <a:pt x="0" y="104"/>
                    <a:pt x="333" y="826"/>
                    <a:pt x="452" y="1466"/>
                  </a:cubicBezTo>
                  <a:cubicBezTo>
                    <a:pt x="552" y="2012"/>
                    <a:pt x="659" y="2928"/>
                    <a:pt x="659" y="2928"/>
                  </a:cubicBezTo>
                  <a:lnTo>
                    <a:pt x="1023" y="2815"/>
                  </a:lnTo>
                  <a:cubicBezTo>
                    <a:pt x="1023" y="2815"/>
                    <a:pt x="1048" y="2074"/>
                    <a:pt x="866" y="1328"/>
                  </a:cubicBezTo>
                  <a:cubicBezTo>
                    <a:pt x="685" y="558"/>
                    <a:pt x="472" y="0"/>
                    <a:pt x="267" y="0"/>
                  </a:cubicBezTo>
                  <a:close/>
                </a:path>
              </a:pathLst>
            </a:custGeom>
            <a:solidFill>
              <a:srgbClr val="FF5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867900" y="1195000"/>
              <a:ext cx="40475" cy="68150"/>
            </a:xfrm>
            <a:custGeom>
              <a:avLst/>
              <a:gdLst/>
              <a:ahLst/>
              <a:cxnLst/>
              <a:rect l="l" t="t" r="r" b="b"/>
              <a:pathLst>
                <a:path w="1619" h="2726" extrusionOk="0">
                  <a:moveTo>
                    <a:pt x="260" y="0"/>
                  </a:moveTo>
                  <a:cubicBezTo>
                    <a:pt x="253" y="0"/>
                    <a:pt x="246" y="1"/>
                    <a:pt x="239" y="2"/>
                  </a:cubicBezTo>
                  <a:cubicBezTo>
                    <a:pt x="0" y="59"/>
                    <a:pt x="157" y="661"/>
                    <a:pt x="496" y="1445"/>
                  </a:cubicBezTo>
                  <a:cubicBezTo>
                    <a:pt x="803" y="2148"/>
                    <a:pt x="1255" y="2725"/>
                    <a:pt x="1255" y="2725"/>
                  </a:cubicBezTo>
                  <a:lnTo>
                    <a:pt x="1619" y="2606"/>
                  </a:lnTo>
                  <a:cubicBezTo>
                    <a:pt x="1619" y="2606"/>
                    <a:pt x="1155" y="1816"/>
                    <a:pt x="910" y="1314"/>
                  </a:cubicBezTo>
                  <a:cubicBezTo>
                    <a:pt x="636" y="754"/>
                    <a:pt x="480" y="0"/>
                    <a:pt x="260" y="0"/>
                  </a:cubicBezTo>
                  <a:close/>
                </a:path>
              </a:pathLst>
            </a:custGeom>
            <a:solidFill>
              <a:srgbClr val="FF5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868525" y="1246975"/>
              <a:ext cx="85025" cy="92400"/>
            </a:xfrm>
            <a:custGeom>
              <a:avLst/>
              <a:gdLst/>
              <a:ahLst/>
              <a:cxnLst/>
              <a:rect l="l" t="t" r="r" b="b"/>
              <a:pathLst>
                <a:path w="3401" h="3696" extrusionOk="0">
                  <a:moveTo>
                    <a:pt x="0" y="0"/>
                  </a:moveTo>
                  <a:lnTo>
                    <a:pt x="0" y="3695"/>
                  </a:lnTo>
                  <a:lnTo>
                    <a:pt x="3401" y="3695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EAA91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2"/>
            <p:cNvSpPr/>
            <p:nvPr/>
          </p:nvSpPr>
          <p:spPr>
            <a:xfrm>
              <a:off x="927500" y="1737575"/>
              <a:ext cx="205025" cy="22150"/>
            </a:xfrm>
            <a:custGeom>
              <a:avLst/>
              <a:gdLst/>
              <a:ahLst/>
              <a:cxnLst/>
              <a:rect l="l" t="t" r="r" b="b"/>
              <a:pathLst>
                <a:path w="8201" h="886" extrusionOk="0">
                  <a:moveTo>
                    <a:pt x="0" y="1"/>
                  </a:moveTo>
                  <a:lnTo>
                    <a:pt x="0" y="886"/>
                  </a:lnTo>
                  <a:lnTo>
                    <a:pt x="8200" y="886"/>
                  </a:lnTo>
                  <a:lnTo>
                    <a:pt x="82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2"/>
            <p:cNvSpPr/>
            <p:nvPr/>
          </p:nvSpPr>
          <p:spPr>
            <a:xfrm>
              <a:off x="789775" y="1803300"/>
              <a:ext cx="125825" cy="22150"/>
            </a:xfrm>
            <a:custGeom>
              <a:avLst/>
              <a:gdLst/>
              <a:ahLst/>
              <a:cxnLst/>
              <a:rect l="l" t="t" r="r" b="b"/>
              <a:pathLst>
                <a:path w="5033" h="886" extrusionOk="0">
                  <a:moveTo>
                    <a:pt x="1" y="1"/>
                  </a:moveTo>
                  <a:lnTo>
                    <a:pt x="1" y="885"/>
                  </a:lnTo>
                  <a:lnTo>
                    <a:pt x="5032" y="885"/>
                  </a:lnTo>
                  <a:lnTo>
                    <a:pt x="50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2"/>
            <p:cNvSpPr/>
            <p:nvPr/>
          </p:nvSpPr>
          <p:spPr>
            <a:xfrm>
              <a:off x="1026300" y="1481150"/>
              <a:ext cx="141200" cy="359825"/>
            </a:xfrm>
            <a:custGeom>
              <a:avLst/>
              <a:gdLst/>
              <a:ahLst/>
              <a:cxnLst/>
              <a:rect l="l" t="t" r="r" b="b"/>
              <a:pathLst>
                <a:path w="5648" h="14393" extrusionOk="0">
                  <a:moveTo>
                    <a:pt x="1444" y="0"/>
                  </a:moveTo>
                  <a:lnTo>
                    <a:pt x="1" y="427"/>
                  </a:lnTo>
                  <a:lnTo>
                    <a:pt x="4079" y="14393"/>
                  </a:lnTo>
                  <a:lnTo>
                    <a:pt x="5647" y="14393"/>
                  </a:lnTo>
                  <a:lnTo>
                    <a:pt x="1444" y="0"/>
                  </a:ln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2"/>
            <p:cNvSpPr/>
            <p:nvPr/>
          </p:nvSpPr>
          <p:spPr>
            <a:xfrm>
              <a:off x="882625" y="1216525"/>
              <a:ext cx="284875" cy="624450"/>
            </a:xfrm>
            <a:custGeom>
              <a:avLst/>
              <a:gdLst/>
              <a:ahLst/>
              <a:cxnLst/>
              <a:rect l="l" t="t" r="r" b="b"/>
              <a:pathLst>
                <a:path w="11395" h="24978" extrusionOk="0">
                  <a:moveTo>
                    <a:pt x="10152" y="1"/>
                  </a:moveTo>
                  <a:lnTo>
                    <a:pt x="1" y="24978"/>
                  </a:lnTo>
                  <a:lnTo>
                    <a:pt x="1450" y="24978"/>
                  </a:lnTo>
                  <a:lnTo>
                    <a:pt x="11394" y="478"/>
                  </a:lnTo>
                  <a:lnTo>
                    <a:pt x="10152" y="1"/>
                  </a:ln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2"/>
            <p:cNvSpPr/>
            <p:nvPr/>
          </p:nvSpPr>
          <p:spPr>
            <a:xfrm>
              <a:off x="1029925" y="1488200"/>
              <a:ext cx="18050" cy="18050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8" y="0"/>
                  </a:moveTo>
                  <a:cubicBezTo>
                    <a:pt x="163" y="0"/>
                    <a:pt x="0" y="164"/>
                    <a:pt x="0" y="364"/>
                  </a:cubicBezTo>
                  <a:cubicBezTo>
                    <a:pt x="0" y="559"/>
                    <a:pt x="163" y="722"/>
                    <a:pt x="358" y="722"/>
                  </a:cubicBezTo>
                  <a:cubicBezTo>
                    <a:pt x="552" y="722"/>
                    <a:pt x="722" y="559"/>
                    <a:pt x="722" y="364"/>
                  </a:cubicBezTo>
                  <a:cubicBezTo>
                    <a:pt x="722" y="164"/>
                    <a:pt x="565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927500" y="1739775"/>
              <a:ext cx="18050" cy="18075"/>
            </a:xfrm>
            <a:custGeom>
              <a:avLst/>
              <a:gdLst/>
              <a:ahLst/>
              <a:cxnLst/>
              <a:rect l="l" t="t" r="r" b="b"/>
              <a:pathLst>
                <a:path w="722" h="723" extrusionOk="0">
                  <a:moveTo>
                    <a:pt x="364" y="1"/>
                  </a:moveTo>
                  <a:cubicBezTo>
                    <a:pt x="163" y="1"/>
                    <a:pt x="0" y="164"/>
                    <a:pt x="0" y="358"/>
                  </a:cubicBezTo>
                  <a:cubicBezTo>
                    <a:pt x="0" y="559"/>
                    <a:pt x="163" y="722"/>
                    <a:pt x="364" y="722"/>
                  </a:cubicBezTo>
                  <a:cubicBezTo>
                    <a:pt x="559" y="722"/>
                    <a:pt x="722" y="559"/>
                    <a:pt x="722" y="358"/>
                  </a:cubicBezTo>
                  <a:cubicBezTo>
                    <a:pt x="722" y="158"/>
                    <a:pt x="559" y="1"/>
                    <a:pt x="3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902075" y="1805475"/>
              <a:ext cx="18075" cy="18100"/>
            </a:xfrm>
            <a:custGeom>
              <a:avLst/>
              <a:gdLst/>
              <a:ahLst/>
              <a:cxnLst/>
              <a:rect l="l" t="t" r="r" b="b"/>
              <a:pathLst>
                <a:path w="723" h="724" extrusionOk="0">
                  <a:moveTo>
                    <a:pt x="379" y="1"/>
                  </a:moveTo>
                  <a:cubicBezTo>
                    <a:pt x="373" y="1"/>
                    <a:pt x="366" y="1"/>
                    <a:pt x="359" y="2"/>
                  </a:cubicBezTo>
                  <a:cubicBezTo>
                    <a:pt x="164" y="2"/>
                    <a:pt x="1" y="165"/>
                    <a:pt x="1" y="359"/>
                  </a:cubicBezTo>
                  <a:cubicBezTo>
                    <a:pt x="1" y="554"/>
                    <a:pt x="164" y="723"/>
                    <a:pt x="359" y="723"/>
                  </a:cubicBezTo>
                  <a:cubicBezTo>
                    <a:pt x="559" y="723"/>
                    <a:pt x="722" y="554"/>
                    <a:pt x="722" y="359"/>
                  </a:cubicBezTo>
                  <a:cubicBezTo>
                    <a:pt x="722" y="165"/>
                    <a:pt x="570" y="1"/>
                    <a:pt x="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2" name="Google Shape;402;p32"/>
          <p:cNvSpPr/>
          <p:nvPr/>
        </p:nvSpPr>
        <p:spPr>
          <a:xfrm>
            <a:off x="8179167" y="719333"/>
            <a:ext cx="431600" cy="4320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NỘI DUNG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417" name="Google Shape;417;p34"/>
          <p:cNvSpPr txBox="1">
            <a:spLocks noGrp="1"/>
          </p:cNvSpPr>
          <p:nvPr>
            <p:ph type="subTitle" idx="1"/>
          </p:nvPr>
        </p:nvSpPr>
        <p:spPr>
          <a:xfrm>
            <a:off x="1524251" y="2766300"/>
            <a:ext cx="3949200" cy="88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US" dirty="0"/>
              <a:t>Datasheet</a:t>
            </a:r>
            <a:endParaRPr dirty="0"/>
          </a:p>
        </p:txBody>
      </p:sp>
      <p:sp>
        <p:nvSpPr>
          <p:cNvPr id="418" name="Google Shape;418;p34"/>
          <p:cNvSpPr txBox="1">
            <a:spLocks noGrp="1"/>
          </p:cNvSpPr>
          <p:nvPr>
            <p:ph type="title" idx="2"/>
          </p:nvPr>
        </p:nvSpPr>
        <p:spPr>
          <a:xfrm>
            <a:off x="2706467" y="1612900"/>
            <a:ext cx="1584800" cy="67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419" name="Google Shape;419;p34"/>
          <p:cNvSpPr txBox="1">
            <a:spLocks noGrp="1"/>
          </p:cNvSpPr>
          <p:nvPr>
            <p:ph type="subTitle" idx="3"/>
          </p:nvPr>
        </p:nvSpPr>
        <p:spPr>
          <a:xfrm>
            <a:off x="1524250" y="2311733"/>
            <a:ext cx="3949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-US" dirty="0"/>
              <a:t>SSD1306</a:t>
            </a:r>
            <a:endParaRPr dirty="0"/>
          </a:p>
        </p:txBody>
      </p:sp>
      <p:sp>
        <p:nvSpPr>
          <p:cNvPr id="420" name="Google Shape;420;p34"/>
          <p:cNvSpPr txBox="1">
            <a:spLocks noGrp="1"/>
          </p:cNvSpPr>
          <p:nvPr>
            <p:ph type="subTitle" idx="4"/>
          </p:nvPr>
        </p:nvSpPr>
        <p:spPr>
          <a:xfrm>
            <a:off x="6718551" y="2766300"/>
            <a:ext cx="3949200" cy="88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dirty="0"/>
              <a:t>Module schematic</a:t>
            </a:r>
            <a:endParaRPr dirty="0"/>
          </a:p>
        </p:txBody>
      </p:sp>
      <p:sp>
        <p:nvSpPr>
          <p:cNvPr id="421" name="Google Shape;421;p34"/>
          <p:cNvSpPr txBox="1">
            <a:spLocks noGrp="1"/>
          </p:cNvSpPr>
          <p:nvPr>
            <p:ph type="title" idx="5"/>
          </p:nvPr>
        </p:nvSpPr>
        <p:spPr>
          <a:xfrm>
            <a:off x="7899767" y="1612900"/>
            <a:ext cx="1586800" cy="67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422" name="Google Shape;422;p34"/>
          <p:cNvSpPr txBox="1">
            <a:spLocks noGrp="1"/>
          </p:cNvSpPr>
          <p:nvPr>
            <p:ph type="subTitle" idx="6"/>
          </p:nvPr>
        </p:nvSpPr>
        <p:spPr>
          <a:xfrm>
            <a:off x="6718551" y="2311733"/>
            <a:ext cx="3949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 dirty="0"/>
              <a:t>Connect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subTitle" idx="7"/>
          </p:nvPr>
        </p:nvSpPr>
        <p:spPr>
          <a:xfrm>
            <a:off x="1524251" y="5151733"/>
            <a:ext cx="3949200" cy="88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dirty="0"/>
              <a:t>Datasheet</a:t>
            </a:r>
            <a:endParaRPr dirty="0"/>
          </a:p>
        </p:txBody>
      </p:sp>
      <p:sp>
        <p:nvSpPr>
          <p:cNvPr id="424" name="Google Shape;424;p34"/>
          <p:cNvSpPr txBox="1">
            <a:spLocks noGrp="1"/>
          </p:cNvSpPr>
          <p:nvPr>
            <p:ph type="title" idx="8"/>
          </p:nvPr>
        </p:nvSpPr>
        <p:spPr>
          <a:xfrm>
            <a:off x="2706467" y="3998233"/>
            <a:ext cx="1584800" cy="67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425" name="Google Shape;425;p34"/>
          <p:cNvSpPr txBox="1">
            <a:spLocks noGrp="1"/>
          </p:cNvSpPr>
          <p:nvPr>
            <p:ph type="subTitle" idx="9"/>
          </p:nvPr>
        </p:nvSpPr>
        <p:spPr>
          <a:xfrm>
            <a:off x="1524251" y="4697167"/>
            <a:ext cx="39492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 dirty="0"/>
              <a:t>HCSR05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655E899E-872B-B57E-EC0A-E0B2D0D4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>
            <a:extLst>
              <a:ext uri="{FF2B5EF4-FFF2-40B4-BE49-F238E27FC236}">
                <a16:creationId xmlns:a16="http://schemas.microsoft.com/office/drawing/2014/main" id="{D6145CC6-175B-37A0-4F67-BAFC56D38D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45" y="592347"/>
            <a:ext cx="3932237" cy="642667"/>
          </a:xfrm>
        </p:spPr>
        <p:txBody>
          <a:bodyPr spcFirstLastPara="1" vert="horz" lIns="121900" tIns="121900" rIns="121900" bIns="121900" rtlCol="0" anchor="b" anchorCtr="0">
            <a:normAutofit fontScale="90000"/>
          </a:bodyPr>
          <a:lstStyle/>
          <a:p>
            <a:r>
              <a:rPr lang="en" dirty="0"/>
              <a:t>SSD1306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836BBA5-B7FF-6156-0D52-972628D4F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437" y="215717"/>
            <a:ext cx="3064669" cy="3681285"/>
          </a:xfrm>
          <a:prstGeom prst="rect">
            <a:avLst/>
          </a:prstGeom>
          <a:noFill/>
        </p:spPr>
      </p:pic>
      <p:sp>
        <p:nvSpPr>
          <p:cNvPr id="20" name="AutoShape 2" descr="Interfacing SSD1306 OLED display with Arduino, ESP32 and ESP8266 – Circuit  Schools">
            <a:extLst>
              <a:ext uri="{FF2B5EF4-FFF2-40B4-BE49-F238E27FC236}">
                <a16:creationId xmlns:a16="http://schemas.microsoft.com/office/drawing/2014/main" id="{8C78DEE2-4D3F-41FF-AA3E-C2E3BE9851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359B33-180E-4A1D-49EC-41C81D42F1CD}"/>
              </a:ext>
            </a:extLst>
          </p:cNvPr>
          <p:cNvSpPr txBox="1"/>
          <p:nvPr/>
        </p:nvSpPr>
        <p:spPr>
          <a:xfrm>
            <a:off x="575245" y="1382466"/>
            <a:ext cx="269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128 × 64 = 8192 pixel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904B0D-D196-BA9C-D1E3-F4E574BC494C}"/>
              </a:ext>
            </a:extLst>
          </p:cNvPr>
          <p:cNvSpPr txBox="1"/>
          <p:nvPr/>
        </p:nvSpPr>
        <p:spPr>
          <a:xfrm>
            <a:off x="575245" y="1955487"/>
            <a:ext cx="2306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: 1024 byte 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CE4863B-B546-402A-188D-4D422995B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656445"/>
              </p:ext>
            </p:extLst>
          </p:nvPr>
        </p:nvGraphicFramePr>
        <p:xfrm>
          <a:off x="1277744" y="3054549"/>
          <a:ext cx="252723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034">
                  <a:extLst>
                    <a:ext uri="{9D8B030D-6E8A-4147-A177-3AD203B41FA5}">
                      <a16:colId xmlns:a16="http://schemas.microsoft.com/office/drawing/2014/main" val="44876166"/>
                    </a:ext>
                  </a:extLst>
                </a:gridCol>
                <a:gridCol w="361034">
                  <a:extLst>
                    <a:ext uri="{9D8B030D-6E8A-4147-A177-3AD203B41FA5}">
                      <a16:colId xmlns:a16="http://schemas.microsoft.com/office/drawing/2014/main" val="2043819694"/>
                    </a:ext>
                  </a:extLst>
                </a:gridCol>
                <a:gridCol w="361034">
                  <a:extLst>
                    <a:ext uri="{9D8B030D-6E8A-4147-A177-3AD203B41FA5}">
                      <a16:colId xmlns:a16="http://schemas.microsoft.com/office/drawing/2014/main" val="3848182049"/>
                    </a:ext>
                  </a:extLst>
                </a:gridCol>
                <a:gridCol w="361034">
                  <a:extLst>
                    <a:ext uri="{9D8B030D-6E8A-4147-A177-3AD203B41FA5}">
                      <a16:colId xmlns:a16="http://schemas.microsoft.com/office/drawing/2014/main" val="2330383021"/>
                    </a:ext>
                  </a:extLst>
                </a:gridCol>
                <a:gridCol w="361034">
                  <a:extLst>
                    <a:ext uri="{9D8B030D-6E8A-4147-A177-3AD203B41FA5}">
                      <a16:colId xmlns:a16="http://schemas.microsoft.com/office/drawing/2014/main" val="1275028366"/>
                    </a:ext>
                  </a:extLst>
                </a:gridCol>
                <a:gridCol w="361034">
                  <a:extLst>
                    <a:ext uri="{9D8B030D-6E8A-4147-A177-3AD203B41FA5}">
                      <a16:colId xmlns:a16="http://schemas.microsoft.com/office/drawing/2014/main" val="2627759306"/>
                    </a:ext>
                  </a:extLst>
                </a:gridCol>
                <a:gridCol w="361034">
                  <a:extLst>
                    <a:ext uri="{9D8B030D-6E8A-4147-A177-3AD203B41FA5}">
                      <a16:colId xmlns:a16="http://schemas.microsoft.com/office/drawing/2014/main" val="2918409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553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963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29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716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187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741041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F5CB8F12-F10B-05D4-662A-6B208C18D4E7}"/>
              </a:ext>
            </a:extLst>
          </p:cNvPr>
          <p:cNvSpPr txBox="1"/>
          <p:nvPr/>
        </p:nvSpPr>
        <p:spPr>
          <a:xfrm>
            <a:off x="1237487" y="26852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      1     2      3     …         127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E419BF-76AA-A931-8600-964463CA7D14}"/>
              </a:ext>
            </a:extLst>
          </p:cNvPr>
          <p:cNvSpPr txBox="1"/>
          <p:nvPr/>
        </p:nvSpPr>
        <p:spPr>
          <a:xfrm>
            <a:off x="920151" y="3068007"/>
            <a:ext cx="1380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2F2983-F43E-262E-36C7-FB8FF0C4D83C}"/>
              </a:ext>
            </a:extLst>
          </p:cNvPr>
          <p:cNvSpPr txBox="1"/>
          <p:nvPr/>
        </p:nvSpPr>
        <p:spPr>
          <a:xfrm>
            <a:off x="920151" y="34579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5DEBB0-69AC-BC3A-3E3C-A27D94CD5742}"/>
              </a:ext>
            </a:extLst>
          </p:cNvPr>
          <p:cNvSpPr txBox="1"/>
          <p:nvPr/>
        </p:nvSpPr>
        <p:spPr>
          <a:xfrm>
            <a:off x="844580" y="49647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10C645-49F6-B858-DC9A-762B428AF357}"/>
              </a:ext>
            </a:extLst>
          </p:cNvPr>
          <p:cNvSpPr txBox="1"/>
          <p:nvPr/>
        </p:nvSpPr>
        <p:spPr>
          <a:xfrm rot="5400000">
            <a:off x="651739" y="4488353"/>
            <a:ext cx="952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FDB81DB-64AC-7139-8AB0-42563DCAF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310" y="3897002"/>
            <a:ext cx="6552867" cy="2724634"/>
          </a:xfrm>
          <a:prstGeom prst="rect">
            <a:avLst/>
          </a:prstGeom>
        </p:spPr>
      </p:pic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C0CC431-C0CD-3699-9EC8-FF6571D914AD}"/>
              </a:ext>
            </a:extLst>
          </p:cNvPr>
          <p:cNvSpPr/>
          <p:nvPr/>
        </p:nvSpPr>
        <p:spPr>
          <a:xfrm>
            <a:off x="4238146" y="3112126"/>
            <a:ext cx="1731034" cy="875842"/>
          </a:xfrm>
          <a:custGeom>
            <a:avLst/>
            <a:gdLst>
              <a:gd name="connsiteX0" fmla="*/ 0 w 1719532"/>
              <a:gd name="connsiteY0" fmla="*/ 93404 h 783517"/>
              <a:gd name="connsiteX1" fmla="*/ 782128 w 1719532"/>
              <a:gd name="connsiteY1" fmla="*/ 1389 h 783517"/>
              <a:gd name="connsiteX2" fmla="*/ 1305464 w 1719532"/>
              <a:gd name="connsiteY2" fmla="*/ 156664 h 783517"/>
              <a:gd name="connsiteX3" fmla="*/ 1719532 w 1719532"/>
              <a:gd name="connsiteY3" fmla="*/ 783517 h 78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9532" h="783517">
                <a:moveTo>
                  <a:pt x="0" y="93404"/>
                </a:moveTo>
                <a:cubicBezTo>
                  <a:pt x="282275" y="42125"/>
                  <a:pt x="564551" y="-9154"/>
                  <a:pt x="782128" y="1389"/>
                </a:cubicBezTo>
                <a:cubicBezTo>
                  <a:pt x="999705" y="11932"/>
                  <a:pt x="1149230" y="26309"/>
                  <a:pt x="1305464" y="156664"/>
                </a:cubicBezTo>
                <a:cubicBezTo>
                  <a:pt x="1461698" y="287019"/>
                  <a:pt x="1590615" y="535268"/>
                  <a:pt x="1719532" y="783517"/>
                </a:cubicBezTo>
              </a:path>
            </a:pathLst>
          </a:cu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914D80E-2803-F51C-A1B4-A0C8D4D950C9}"/>
              </a:ext>
            </a:extLst>
          </p:cNvPr>
          <p:cNvSpPr/>
          <p:nvPr/>
        </p:nvSpPr>
        <p:spPr>
          <a:xfrm>
            <a:off x="2639683" y="1794294"/>
            <a:ext cx="1558506" cy="494961"/>
          </a:xfrm>
          <a:custGeom>
            <a:avLst/>
            <a:gdLst>
              <a:gd name="connsiteX0" fmla="*/ 0 w 1558506"/>
              <a:gd name="connsiteY0" fmla="*/ 379563 h 494961"/>
              <a:gd name="connsiteX1" fmla="*/ 529087 w 1558506"/>
              <a:gd name="connsiteY1" fmla="*/ 494581 h 494961"/>
              <a:gd name="connsiteX2" fmla="*/ 960408 w 1558506"/>
              <a:gd name="connsiteY2" fmla="*/ 345057 h 494961"/>
              <a:gd name="connsiteX3" fmla="*/ 1558506 w 1558506"/>
              <a:gd name="connsiteY3" fmla="*/ 0 h 494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8506" h="494961">
                <a:moveTo>
                  <a:pt x="0" y="379563"/>
                </a:moveTo>
                <a:cubicBezTo>
                  <a:pt x="184509" y="439947"/>
                  <a:pt x="369019" y="500332"/>
                  <a:pt x="529087" y="494581"/>
                </a:cubicBezTo>
                <a:cubicBezTo>
                  <a:pt x="689155" y="488830"/>
                  <a:pt x="788838" y="427487"/>
                  <a:pt x="960408" y="345057"/>
                </a:cubicBezTo>
                <a:cubicBezTo>
                  <a:pt x="1131978" y="262627"/>
                  <a:pt x="1345242" y="131313"/>
                  <a:pt x="1558506" y="0"/>
                </a:cubicBezTo>
              </a:path>
            </a:pathLst>
          </a:cu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7FF348-EE67-F9BB-C84E-4B91D3BD77A2}"/>
              </a:ext>
            </a:extLst>
          </p:cNvPr>
          <p:cNvSpPr txBox="1"/>
          <p:nvPr/>
        </p:nvSpPr>
        <p:spPr>
          <a:xfrm>
            <a:off x="4238146" y="1392530"/>
            <a:ext cx="4348012" cy="644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SSD1306_Buffer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[1024]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chemeClr val="accent4">
                  <a:lumMod val="75000"/>
                </a:schemeClr>
              </a:solidFill>
              <a:effectLst/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1 byte </a:t>
            </a:r>
            <a:r>
              <a:rPr lang="en-US" b="0" dirty="0" err="1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biểu</a:t>
            </a:r>
            <a:r>
              <a:rPr lang="en-US" b="0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b="0" dirty="0" err="1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diễn</a:t>
            </a:r>
            <a:r>
              <a:rPr lang="en-US" b="0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b="0" dirty="0" err="1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cho</a:t>
            </a:r>
            <a:r>
              <a:rPr lang="en-US" b="0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8 pixel </a:t>
            </a:r>
            <a:endParaRPr lang="en-US" b="0" dirty="0">
              <a:solidFill>
                <a:schemeClr val="accent4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78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C253924E-63CF-A894-6E98-EBC4E762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>
            <a:extLst>
              <a:ext uri="{FF2B5EF4-FFF2-40B4-BE49-F238E27FC236}">
                <a16:creationId xmlns:a16="http://schemas.microsoft.com/office/drawing/2014/main" id="{2DC874B2-3679-034E-2652-74FC7917C6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45" y="592347"/>
            <a:ext cx="3932237" cy="642667"/>
          </a:xfrm>
        </p:spPr>
        <p:txBody>
          <a:bodyPr spcFirstLastPara="1" vert="horz" lIns="121900" tIns="121900" rIns="121900" bIns="121900" rtlCol="0" anchor="b" anchorCtr="0">
            <a:normAutofit fontScale="90000"/>
          </a:bodyPr>
          <a:lstStyle/>
          <a:p>
            <a:r>
              <a:rPr lang="en" dirty="0"/>
              <a:t>SSD1306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D73C60-83C5-F555-556E-A0D68699F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437" y="215717"/>
            <a:ext cx="3064669" cy="368128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5DB0B3-ADC4-977C-96F6-6078B41A2547}"/>
              </a:ext>
            </a:extLst>
          </p:cNvPr>
          <p:cNvSpPr txBox="1"/>
          <p:nvPr/>
        </p:nvSpPr>
        <p:spPr>
          <a:xfrm>
            <a:off x="1115683" y="1543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VÍ DỤ:  Muốn vẽ pixel với x = 1 y = 1 thì vẽ như thế nào 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356CD-371E-A7B0-D5D1-774FD924B726}"/>
              </a:ext>
            </a:extLst>
          </p:cNvPr>
          <p:cNvSpPr txBox="1"/>
          <p:nvPr/>
        </p:nvSpPr>
        <p:spPr>
          <a:xfrm>
            <a:off x="362894" y="3664053"/>
            <a:ext cx="816000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E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SSD1306_Buffer[x + (y / 8) * SSD1306_WIDTH] |= 1 &lt;&lt; (y % 8);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18650-9DC4-468D-E72C-112FF107D6D4}"/>
              </a:ext>
            </a:extLst>
          </p:cNvPr>
          <p:cNvSpPr txBox="1"/>
          <p:nvPr/>
        </p:nvSpPr>
        <p:spPr>
          <a:xfrm>
            <a:off x="362894" y="4612221"/>
            <a:ext cx="896513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E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SSD1306_Buffer[x + (y / 8) * SSD1306_WIDTH] &amp;= ~(1 &lt;&lt; (y % 8));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D92CA88-8A38-0402-F240-30464725AB1F}"/>
              </a:ext>
            </a:extLst>
          </p:cNvPr>
          <p:cNvSpPr/>
          <p:nvPr/>
        </p:nvSpPr>
        <p:spPr>
          <a:xfrm>
            <a:off x="3761117" y="2776872"/>
            <a:ext cx="1805796" cy="652128"/>
          </a:xfrm>
          <a:custGeom>
            <a:avLst/>
            <a:gdLst>
              <a:gd name="connsiteX0" fmla="*/ 0 w 1805796"/>
              <a:gd name="connsiteY0" fmla="*/ 652128 h 652128"/>
              <a:gd name="connsiteX1" fmla="*/ 954657 w 1805796"/>
              <a:gd name="connsiteY1" fmla="*/ 100037 h 652128"/>
              <a:gd name="connsiteX2" fmla="*/ 1805796 w 1805796"/>
              <a:gd name="connsiteY2" fmla="*/ 2271 h 6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5796" h="652128">
                <a:moveTo>
                  <a:pt x="0" y="652128"/>
                </a:moveTo>
                <a:cubicBezTo>
                  <a:pt x="326845" y="430237"/>
                  <a:pt x="653691" y="208346"/>
                  <a:pt x="954657" y="100037"/>
                </a:cubicBezTo>
                <a:cubicBezTo>
                  <a:pt x="1255623" y="-8272"/>
                  <a:pt x="1530709" y="-3001"/>
                  <a:pt x="1805796" y="2271"/>
                </a:cubicBezTo>
              </a:path>
            </a:pathLst>
          </a:cu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EFEF-89B6-1A88-D5DE-E8D6931DCD24}"/>
              </a:ext>
            </a:extLst>
          </p:cNvPr>
          <p:cNvSpPr/>
          <p:nvPr/>
        </p:nvSpPr>
        <p:spPr>
          <a:xfrm rot="10800000">
            <a:off x="3487948" y="5049515"/>
            <a:ext cx="1805796" cy="652128"/>
          </a:xfrm>
          <a:custGeom>
            <a:avLst/>
            <a:gdLst>
              <a:gd name="connsiteX0" fmla="*/ 0 w 1805796"/>
              <a:gd name="connsiteY0" fmla="*/ 652128 h 652128"/>
              <a:gd name="connsiteX1" fmla="*/ 954657 w 1805796"/>
              <a:gd name="connsiteY1" fmla="*/ 100037 h 652128"/>
              <a:gd name="connsiteX2" fmla="*/ 1805796 w 1805796"/>
              <a:gd name="connsiteY2" fmla="*/ 2271 h 65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5796" h="652128">
                <a:moveTo>
                  <a:pt x="0" y="652128"/>
                </a:moveTo>
                <a:cubicBezTo>
                  <a:pt x="326845" y="430237"/>
                  <a:pt x="653691" y="208346"/>
                  <a:pt x="954657" y="100037"/>
                </a:cubicBezTo>
                <a:cubicBezTo>
                  <a:pt x="1255623" y="-8272"/>
                  <a:pt x="1530709" y="-3001"/>
                  <a:pt x="1805796" y="2271"/>
                </a:cubicBezTo>
              </a:path>
            </a:pathLst>
          </a:cu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664982-AB74-FD22-3AF2-2216DB050B46}"/>
              </a:ext>
            </a:extLst>
          </p:cNvPr>
          <p:cNvSpPr txBox="1"/>
          <p:nvPr/>
        </p:nvSpPr>
        <p:spPr>
          <a:xfrm>
            <a:off x="5658928" y="2603772"/>
            <a:ext cx="1696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Màu trắng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4F0474-640C-1A8C-8570-492FE24FF407}"/>
              </a:ext>
            </a:extLst>
          </p:cNvPr>
          <p:cNvSpPr txBox="1"/>
          <p:nvPr/>
        </p:nvSpPr>
        <p:spPr>
          <a:xfrm>
            <a:off x="2320505" y="5483246"/>
            <a:ext cx="1696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Màu đen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49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AB538EC6-9F5D-6422-F37A-08891D61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>
            <a:extLst>
              <a:ext uri="{FF2B5EF4-FFF2-40B4-BE49-F238E27FC236}">
                <a16:creationId xmlns:a16="http://schemas.microsoft.com/office/drawing/2014/main" id="{841C4101-7CF9-265A-5566-49EC69EB5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45" y="592347"/>
            <a:ext cx="3932237" cy="642667"/>
          </a:xfrm>
        </p:spPr>
        <p:txBody>
          <a:bodyPr spcFirstLastPara="1" vert="horz" lIns="121900" tIns="121900" rIns="121900" bIns="121900" rtlCol="0" anchor="b" anchorCtr="0">
            <a:normAutofit fontScale="90000"/>
          </a:bodyPr>
          <a:lstStyle/>
          <a:p>
            <a:r>
              <a:rPr lang="en" dirty="0"/>
              <a:t>SSD1306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855406-462C-B354-7EC7-2290C2C71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18" y="1873473"/>
            <a:ext cx="8439769" cy="35177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710DE0-428F-FBFF-A60E-F30D542D9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18" y="1317147"/>
            <a:ext cx="6306171" cy="42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13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034FB336-635D-E6F2-1F41-9405CD492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>
            <a:extLst>
              <a:ext uri="{FF2B5EF4-FFF2-40B4-BE49-F238E27FC236}">
                <a16:creationId xmlns:a16="http://schemas.microsoft.com/office/drawing/2014/main" id="{3221E7CA-030D-7765-6C72-63DFB97704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45" y="592347"/>
            <a:ext cx="3932237" cy="642667"/>
          </a:xfrm>
        </p:spPr>
        <p:txBody>
          <a:bodyPr spcFirstLastPara="1" vert="horz" lIns="121900" tIns="121900" rIns="121900" bIns="121900" rtlCol="0" anchor="b" anchorCtr="0">
            <a:normAutofit fontScale="90000"/>
          </a:bodyPr>
          <a:lstStyle/>
          <a:p>
            <a:r>
              <a:rPr lang="en"/>
              <a:t>SSD1306 - FONT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DF9839-6625-E14E-FD1D-595C5AD01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85" y="2416728"/>
            <a:ext cx="11766430" cy="3848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39F093-6404-F2EB-A18C-8D05AB017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533" y="375249"/>
            <a:ext cx="3525820" cy="1602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EB75DB-0052-650C-3BD0-2ACEB45C4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429" y="375249"/>
            <a:ext cx="2738711" cy="101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12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C34268C6-7C41-6562-6C94-D4077E34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>
            <a:extLst>
              <a:ext uri="{FF2B5EF4-FFF2-40B4-BE49-F238E27FC236}">
                <a16:creationId xmlns:a16="http://schemas.microsoft.com/office/drawing/2014/main" id="{9B49FB38-7733-BBB6-DB83-0C31508FB4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45" y="592347"/>
            <a:ext cx="3932237" cy="642667"/>
          </a:xfrm>
        </p:spPr>
        <p:txBody>
          <a:bodyPr spcFirstLastPara="1" vert="horz" lIns="121900" tIns="121900" rIns="121900" bIns="121900" rtlCol="0" anchor="b" anchorCtr="0">
            <a:normAutofit fontScale="90000"/>
          </a:bodyPr>
          <a:lstStyle/>
          <a:p>
            <a:r>
              <a:rPr lang="en"/>
              <a:t>SSD1306 - FONT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75FDE0-4C8A-AD2B-57EB-C90FBFA93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37" y="1620458"/>
            <a:ext cx="2152233" cy="4436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26DDED-8286-3F57-DE02-57AF7953B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087" y="276647"/>
            <a:ext cx="8522178" cy="41865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4FFFF6-DB21-48D5-1AF2-BACB6F6CA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087" y="4557066"/>
            <a:ext cx="7571053" cy="213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90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165D7DCA-DDD2-52A4-A1B6-3C479704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>
            <a:extLst>
              <a:ext uri="{FF2B5EF4-FFF2-40B4-BE49-F238E27FC236}">
                <a16:creationId xmlns:a16="http://schemas.microsoft.com/office/drawing/2014/main" id="{8EE67BA6-C7B1-8C95-5CD5-54CE68D532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45" y="592347"/>
            <a:ext cx="3932237" cy="642667"/>
          </a:xfrm>
        </p:spPr>
        <p:txBody>
          <a:bodyPr spcFirstLastPara="1" vert="horz" lIns="121900" tIns="121900" rIns="121900" bIns="121900" rtlCol="0" anchor="b" anchorCtr="0">
            <a:normAutofit fontScale="90000"/>
          </a:bodyPr>
          <a:lstStyle/>
          <a:p>
            <a:r>
              <a:rPr lang="en" dirty="0"/>
              <a:t>HCSR05</a:t>
            </a:r>
            <a:endParaRPr lang="en-US" dirty="0"/>
          </a:p>
        </p:txBody>
      </p:sp>
      <p:pic>
        <p:nvPicPr>
          <p:cNvPr id="2050" name="Picture 2" descr="Cảm Biến Siêu Âm HC-SR04 Điện Tử 360(E360)">
            <a:extLst>
              <a:ext uri="{FF2B5EF4-FFF2-40B4-BE49-F238E27FC236}">
                <a16:creationId xmlns:a16="http://schemas.microsoft.com/office/drawing/2014/main" id="{A89B7509-BE58-B1C9-BFFD-EF19FF4B7F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04" b="16501"/>
          <a:stretch>
            <a:fillRect/>
          </a:stretch>
        </p:blipFill>
        <p:spPr bwMode="auto">
          <a:xfrm>
            <a:off x="7684520" y="221673"/>
            <a:ext cx="3106947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3511CE-6EE3-3139-CDA7-CCCE7BC9E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82" y="2348235"/>
            <a:ext cx="9532205" cy="452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1E3E21-6450-AD29-A4B3-69DA1C3CE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45" y="2964873"/>
            <a:ext cx="7305276" cy="372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2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10FF1C0B-09B8-65B3-9563-A51F60F8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>
            <a:extLst>
              <a:ext uri="{FF2B5EF4-FFF2-40B4-BE49-F238E27FC236}">
                <a16:creationId xmlns:a16="http://schemas.microsoft.com/office/drawing/2014/main" id="{11793454-891B-4F8A-6F1D-103055A720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245" y="592347"/>
            <a:ext cx="3932237" cy="642667"/>
          </a:xfrm>
        </p:spPr>
        <p:txBody>
          <a:bodyPr spcFirstLastPara="1" vert="horz" lIns="121900" tIns="121900" rIns="121900" bIns="121900" rtlCol="0" anchor="b" anchorCtr="0">
            <a:normAutofit fontScale="90000"/>
          </a:bodyPr>
          <a:lstStyle/>
          <a:p>
            <a:r>
              <a:rPr lang="en" dirty="0"/>
              <a:t>HCSR05</a:t>
            </a:r>
            <a:endParaRPr lang="en-US" dirty="0"/>
          </a:p>
        </p:txBody>
      </p:sp>
      <p:pic>
        <p:nvPicPr>
          <p:cNvPr id="2050" name="Picture 2" descr="Cảm Biến Siêu Âm HC-SR04 Điện Tử 360(E360)">
            <a:extLst>
              <a:ext uri="{FF2B5EF4-FFF2-40B4-BE49-F238E27FC236}">
                <a16:creationId xmlns:a16="http://schemas.microsoft.com/office/drawing/2014/main" id="{98337732-D1D8-85EC-B17F-E0A7F3DE6A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04" b="16501"/>
          <a:stretch>
            <a:fillRect/>
          </a:stretch>
        </p:blipFill>
        <p:spPr bwMode="auto">
          <a:xfrm>
            <a:off x="7834045" y="848526"/>
            <a:ext cx="3106947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41EA73-06C9-0D39-7F2E-0198D9415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35" y="1513483"/>
            <a:ext cx="5357866" cy="449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34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>
          <a:extLst>
            <a:ext uri="{FF2B5EF4-FFF2-40B4-BE49-F238E27FC236}">
              <a16:creationId xmlns:a16="http://schemas.microsoft.com/office/drawing/2014/main" id="{8DD5111B-92E5-48F4-C496-9171B5C08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ảm Biến Siêu Âm HC-SR04 Điện Tử 360(E360)">
            <a:extLst>
              <a:ext uri="{FF2B5EF4-FFF2-40B4-BE49-F238E27FC236}">
                <a16:creationId xmlns:a16="http://schemas.microsoft.com/office/drawing/2014/main" id="{858E5886-A85D-0FC1-942A-85F2D0DDEE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04" b="16501"/>
          <a:stretch>
            <a:fillRect/>
          </a:stretch>
        </p:blipFill>
        <p:spPr bwMode="auto">
          <a:xfrm>
            <a:off x="886905" y="451711"/>
            <a:ext cx="3106947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7AFE66-E4F7-9595-21AD-A4365BA8D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699" y="3908688"/>
            <a:ext cx="2345800" cy="2817778"/>
          </a:xfrm>
          <a:prstGeom prst="rect">
            <a:avLst/>
          </a:prstGeom>
          <a:noFill/>
        </p:spPr>
      </p:pic>
      <p:pic>
        <p:nvPicPr>
          <p:cNvPr id="3074" name="Picture 2" descr="Bluepill&quot; Development Board Module with ARM Cortex M3 processor">
            <a:extLst>
              <a:ext uri="{FF2B5EF4-FFF2-40B4-BE49-F238E27FC236}">
                <a16:creationId xmlns:a16="http://schemas.microsoft.com/office/drawing/2014/main" id="{549EF8C4-18CA-28EB-E8E6-88A7E6420A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03" b="28295"/>
          <a:stretch>
            <a:fillRect/>
          </a:stretch>
        </p:blipFill>
        <p:spPr bwMode="auto">
          <a:xfrm rot="10800000">
            <a:off x="4635260" y="2374464"/>
            <a:ext cx="5440392" cy="210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22E446D-5EFD-1369-7987-FB6BD500B27E}"/>
              </a:ext>
            </a:extLst>
          </p:cNvPr>
          <p:cNvSpPr/>
          <p:nvPr/>
        </p:nvSpPr>
        <p:spPr>
          <a:xfrm>
            <a:off x="2306128" y="1780823"/>
            <a:ext cx="3615641" cy="1157345"/>
          </a:xfrm>
          <a:custGeom>
            <a:avLst/>
            <a:gdLst>
              <a:gd name="connsiteX0" fmla="*/ 0 w 3615641"/>
              <a:gd name="connsiteY0" fmla="*/ 318271 h 1157345"/>
              <a:gd name="connsiteX1" fmla="*/ 235789 w 3615641"/>
              <a:gd name="connsiteY1" fmla="*/ 939373 h 1157345"/>
              <a:gd name="connsiteX2" fmla="*/ 1058174 w 3615641"/>
              <a:gd name="connsiteY2" fmla="*/ 1146407 h 1157345"/>
              <a:gd name="connsiteX3" fmla="*/ 1972574 w 3615641"/>
              <a:gd name="connsiteY3" fmla="*/ 651826 h 1157345"/>
              <a:gd name="connsiteX4" fmla="*/ 2605178 w 3615641"/>
              <a:gd name="connsiteY4" fmla="*/ 47977 h 1157345"/>
              <a:gd name="connsiteX5" fmla="*/ 3283789 w 3615641"/>
              <a:gd name="connsiteY5" fmla="*/ 76732 h 1157345"/>
              <a:gd name="connsiteX6" fmla="*/ 3582838 w 3615641"/>
              <a:gd name="connsiteY6" fmla="*/ 387283 h 1157345"/>
              <a:gd name="connsiteX7" fmla="*/ 3594340 w 3615641"/>
              <a:gd name="connsiteY7" fmla="*/ 628822 h 115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5641" h="1157345">
                <a:moveTo>
                  <a:pt x="0" y="318271"/>
                </a:moveTo>
                <a:cubicBezTo>
                  <a:pt x="29713" y="559810"/>
                  <a:pt x="59427" y="801350"/>
                  <a:pt x="235789" y="939373"/>
                </a:cubicBezTo>
                <a:cubicBezTo>
                  <a:pt x="412151" y="1077396"/>
                  <a:pt x="768710" y="1194331"/>
                  <a:pt x="1058174" y="1146407"/>
                </a:cubicBezTo>
                <a:cubicBezTo>
                  <a:pt x="1347638" y="1098483"/>
                  <a:pt x="1714740" y="834898"/>
                  <a:pt x="1972574" y="651826"/>
                </a:cubicBezTo>
                <a:cubicBezTo>
                  <a:pt x="2230408" y="468754"/>
                  <a:pt x="2386642" y="143826"/>
                  <a:pt x="2605178" y="47977"/>
                </a:cubicBezTo>
                <a:cubicBezTo>
                  <a:pt x="2823714" y="-47872"/>
                  <a:pt x="3120846" y="20181"/>
                  <a:pt x="3283789" y="76732"/>
                </a:cubicBezTo>
                <a:cubicBezTo>
                  <a:pt x="3446732" y="133283"/>
                  <a:pt x="3531080" y="295268"/>
                  <a:pt x="3582838" y="387283"/>
                </a:cubicBezTo>
                <a:cubicBezTo>
                  <a:pt x="3634597" y="479298"/>
                  <a:pt x="3614468" y="554060"/>
                  <a:pt x="3594340" y="628822"/>
                </a:cubicBezTo>
              </a:path>
            </a:pathLst>
          </a:cu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8BB8E1-7C9C-FDAB-D03E-57C3E75ADD27}"/>
              </a:ext>
            </a:extLst>
          </p:cNvPr>
          <p:cNvSpPr/>
          <p:nvPr/>
        </p:nvSpPr>
        <p:spPr>
          <a:xfrm>
            <a:off x="2449902" y="1561850"/>
            <a:ext cx="3734238" cy="1180182"/>
          </a:xfrm>
          <a:custGeom>
            <a:avLst/>
            <a:gdLst>
              <a:gd name="connsiteX0" fmla="*/ 0 w 3734238"/>
              <a:gd name="connsiteY0" fmla="*/ 525742 h 1180182"/>
              <a:gd name="connsiteX1" fmla="*/ 189781 w 3734238"/>
              <a:gd name="connsiteY1" fmla="*/ 1054829 h 1180182"/>
              <a:gd name="connsiteX2" fmla="*/ 793630 w 3734238"/>
              <a:gd name="connsiteY2" fmla="*/ 1164097 h 1180182"/>
              <a:gd name="connsiteX3" fmla="*/ 1547004 w 3734238"/>
              <a:gd name="connsiteY3" fmla="*/ 796037 h 1180182"/>
              <a:gd name="connsiteX4" fmla="*/ 2001328 w 3734238"/>
              <a:gd name="connsiteY4" fmla="*/ 301456 h 1180182"/>
              <a:gd name="connsiteX5" fmla="*/ 2432649 w 3734238"/>
              <a:gd name="connsiteY5" fmla="*/ 25410 h 1180182"/>
              <a:gd name="connsiteX6" fmla="*/ 3301041 w 3734238"/>
              <a:gd name="connsiteY6" fmla="*/ 59916 h 1180182"/>
              <a:gd name="connsiteX7" fmla="*/ 3686355 w 3734238"/>
              <a:gd name="connsiteY7" fmla="*/ 445229 h 1180182"/>
              <a:gd name="connsiteX8" fmla="*/ 3715109 w 3734238"/>
              <a:gd name="connsiteY8" fmla="*/ 830542 h 118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4238" h="1180182">
                <a:moveTo>
                  <a:pt x="0" y="525742"/>
                </a:moveTo>
                <a:cubicBezTo>
                  <a:pt x="28754" y="737089"/>
                  <a:pt x="57509" y="948437"/>
                  <a:pt x="189781" y="1054829"/>
                </a:cubicBezTo>
                <a:cubicBezTo>
                  <a:pt x="322053" y="1161221"/>
                  <a:pt x="567426" y="1207229"/>
                  <a:pt x="793630" y="1164097"/>
                </a:cubicBezTo>
                <a:cubicBezTo>
                  <a:pt x="1019834" y="1120965"/>
                  <a:pt x="1345721" y="939811"/>
                  <a:pt x="1547004" y="796037"/>
                </a:cubicBezTo>
                <a:cubicBezTo>
                  <a:pt x="1748287" y="652264"/>
                  <a:pt x="1853721" y="429894"/>
                  <a:pt x="2001328" y="301456"/>
                </a:cubicBezTo>
                <a:cubicBezTo>
                  <a:pt x="2148935" y="173018"/>
                  <a:pt x="2216030" y="65667"/>
                  <a:pt x="2432649" y="25410"/>
                </a:cubicBezTo>
                <a:cubicBezTo>
                  <a:pt x="2649268" y="-14847"/>
                  <a:pt x="3092090" y="-10054"/>
                  <a:pt x="3301041" y="59916"/>
                </a:cubicBezTo>
                <a:cubicBezTo>
                  <a:pt x="3509992" y="129886"/>
                  <a:pt x="3617344" y="316791"/>
                  <a:pt x="3686355" y="445229"/>
                </a:cubicBezTo>
                <a:cubicBezTo>
                  <a:pt x="3755366" y="573667"/>
                  <a:pt x="3735237" y="702104"/>
                  <a:pt x="3715109" y="830542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193B49-897F-0F2F-2637-73FC183B886D}"/>
              </a:ext>
            </a:extLst>
          </p:cNvPr>
          <p:cNvSpPr/>
          <p:nvPr/>
        </p:nvSpPr>
        <p:spPr>
          <a:xfrm>
            <a:off x="568343" y="1679275"/>
            <a:ext cx="1595450" cy="1216781"/>
          </a:xfrm>
          <a:custGeom>
            <a:avLst/>
            <a:gdLst>
              <a:gd name="connsiteX0" fmla="*/ 1576759 w 1595450"/>
              <a:gd name="connsiteY0" fmla="*/ 442823 h 1216781"/>
              <a:gd name="connsiteX1" fmla="*/ 1513499 w 1595450"/>
              <a:gd name="connsiteY1" fmla="*/ 839638 h 1216781"/>
              <a:gd name="connsiteX2" fmla="*/ 926902 w 1595450"/>
              <a:gd name="connsiteY2" fmla="*/ 1213450 h 1216781"/>
              <a:gd name="connsiteX3" fmla="*/ 242540 w 1595450"/>
              <a:gd name="connsiteY3" fmla="*/ 989163 h 1216781"/>
              <a:gd name="connsiteX4" fmla="*/ 29755 w 1595450"/>
              <a:gd name="connsiteY4" fmla="*/ 431321 h 1216781"/>
              <a:gd name="connsiteX5" fmla="*/ 6751 w 1595450"/>
              <a:gd name="connsiteY5" fmla="*/ 0 h 1216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95450" h="1216781">
                <a:moveTo>
                  <a:pt x="1576759" y="442823"/>
                </a:moveTo>
                <a:cubicBezTo>
                  <a:pt x="1599283" y="577011"/>
                  <a:pt x="1621808" y="711200"/>
                  <a:pt x="1513499" y="839638"/>
                </a:cubicBezTo>
                <a:cubicBezTo>
                  <a:pt x="1405190" y="968076"/>
                  <a:pt x="1138728" y="1188529"/>
                  <a:pt x="926902" y="1213450"/>
                </a:cubicBezTo>
                <a:cubicBezTo>
                  <a:pt x="715076" y="1238371"/>
                  <a:pt x="392064" y="1119518"/>
                  <a:pt x="242540" y="989163"/>
                </a:cubicBezTo>
                <a:cubicBezTo>
                  <a:pt x="93016" y="858808"/>
                  <a:pt x="69053" y="596181"/>
                  <a:pt x="29755" y="431321"/>
                </a:cubicBezTo>
                <a:cubicBezTo>
                  <a:pt x="-9543" y="266461"/>
                  <a:pt x="-1396" y="133230"/>
                  <a:pt x="6751" y="0"/>
                </a:cubicBezTo>
              </a:path>
            </a:pathLst>
          </a:cu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76DF4E-3EFC-28FA-181F-D39209821E53}"/>
              </a:ext>
            </a:extLst>
          </p:cNvPr>
          <p:cNvSpPr txBox="1"/>
          <p:nvPr/>
        </p:nvSpPr>
        <p:spPr>
          <a:xfrm>
            <a:off x="345057" y="1309943"/>
            <a:ext cx="672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FF0000"/>
                </a:solidFill>
              </a:rPr>
              <a:t>5V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387F465-6614-C2D5-766F-F653C67122D0}"/>
              </a:ext>
            </a:extLst>
          </p:cNvPr>
          <p:cNvSpPr/>
          <p:nvPr/>
        </p:nvSpPr>
        <p:spPr>
          <a:xfrm>
            <a:off x="2605177" y="764875"/>
            <a:ext cx="1714122" cy="1678221"/>
          </a:xfrm>
          <a:custGeom>
            <a:avLst/>
            <a:gdLst>
              <a:gd name="connsiteX0" fmla="*/ 0 w 1714122"/>
              <a:gd name="connsiteY0" fmla="*/ 1362974 h 1678221"/>
              <a:gd name="connsiteX1" fmla="*/ 115019 w 1714122"/>
              <a:gd name="connsiteY1" fmla="*/ 1644770 h 1678221"/>
              <a:gd name="connsiteX2" fmla="*/ 557842 w 1714122"/>
              <a:gd name="connsiteY2" fmla="*/ 1644770 h 1678221"/>
              <a:gd name="connsiteX3" fmla="*/ 1109932 w 1714122"/>
              <a:gd name="connsiteY3" fmla="*/ 1391729 h 1678221"/>
              <a:gd name="connsiteX4" fmla="*/ 1616015 w 1714122"/>
              <a:gd name="connsiteY4" fmla="*/ 488831 h 1678221"/>
              <a:gd name="connsiteX5" fmla="*/ 1713781 w 1714122"/>
              <a:gd name="connsiteY5" fmla="*/ 0 h 167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4122" h="1678221">
                <a:moveTo>
                  <a:pt x="0" y="1362974"/>
                </a:moveTo>
                <a:cubicBezTo>
                  <a:pt x="11022" y="1480389"/>
                  <a:pt x="22045" y="1597804"/>
                  <a:pt x="115019" y="1644770"/>
                </a:cubicBezTo>
                <a:cubicBezTo>
                  <a:pt x="207993" y="1691736"/>
                  <a:pt x="392023" y="1686944"/>
                  <a:pt x="557842" y="1644770"/>
                </a:cubicBezTo>
                <a:cubicBezTo>
                  <a:pt x="723661" y="1602597"/>
                  <a:pt x="933570" y="1584385"/>
                  <a:pt x="1109932" y="1391729"/>
                </a:cubicBezTo>
                <a:cubicBezTo>
                  <a:pt x="1286294" y="1199073"/>
                  <a:pt x="1515374" y="720786"/>
                  <a:pt x="1616015" y="488831"/>
                </a:cubicBezTo>
                <a:cubicBezTo>
                  <a:pt x="1716657" y="256876"/>
                  <a:pt x="1715219" y="128438"/>
                  <a:pt x="1713781" y="0"/>
                </a:cubicBezTo>
              </a:path>
            </a:pathLst>
          </a:cu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8CA9B1-9AB0-5670-3818-1060736543AE}"/>
              </a:ext>
            </a:extLst>
          </p:cNvPr>
          <p:cNvSpPr txBox="1"/>
          <p:nvPr/>
        </p:nvSpPr>
        <p:spPr>
          <a:xfrm>
            <a:off x="4113948" y="395543"/>
            <a:ext cx="814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FF0000"/>
                </a:solidFill>
              </a:rPr>
              <a:t>GND</a:t>
            </a:r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B3994F5-7E6A-7154-1B7C-69A42381169F}"/>
              </a:ext>
            </a:extLst>
          </p:cNvPr>
          <p:cNvSpPr/>
          <p:nvPr/>
        </p:nvSpPr>
        <p:spPr>
          <a:xfrm>
            <a:off x="338614" y="3444815"/>
            <a:ext cx="1564948" cy="994913"/>
          </a:xfrm>
          <a:custGeom>
            <a:avLst/>
            <a:gdLst>
              <a:gd name="connsiteX0" fmla="*/ 1564948 w 1564948"/>
              <a:gd name="connsiteY0" fmla="*/ 994913 h 994913"/>
              <a:gd name="connsiteX1" fmla="*/ 1173884 w 1564948"/>
              <a:gd name="connsiteY1" fmla="*/ 500332 h 994913"/>
              <a:gd name="connsiteX2" fmla="*/ 190473 w 1564948"/>
              <a:gd name="connsiteY2" fmla="*/ 368060 h 994913"/>
              <a:gd name="connsiteX3" fmla="*/ 692 w 1564948"/>
              <a:gd name="connsiteY3" fmla="*/ 0 h 994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4948" h="994913">
                <a:moveTo>
                  <a:pt x="1564948" y="994913"/>
                </a:moveTo>
                <a:cubicBezTo>
                  <a:pt x="1483955" y="799860"/>
                  <a:pt x="1402963" y="604807"/>
                  <a:pt x="1173884" y="500332"/>
                </a:cubicBezTo>
                <a:cubicBezTo>
                  <a:pt x="944805" y="395857"/>
                  <a:pt x="386005" y="451449"/>
                  <a:pt x="190473" y="368060"/>
                </a:cubicBezTo>
                <a:cubicBezTo>
                  <a:pt x="-5059" y="284671"/>
                  <a:pt x="-2184" y="142335"/>
                  <a:pt x="692" y="0"/>
                </a:cubicBezTo>
              </a:path>
            </a:pathLst>
          </a:cu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136819-568B-1401-1B05-D1E6C3F09BC3}"/>
              </a:ext>
            </a:extLst>
          </p:cNvPr>
          <p:cNvSpPr txBox="1"/>
          <p:nvPr/>
        </p:nvSpPr>
        <p:spPr>
          <a:xfrm>
            <a:off x="0" y="3138743"/>
            <a:ext cx="10725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FF0000"/>
                </a:solidFill>
              </a:rPr>
              <a:t>3.3 – 5V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0055315-1DFD-CF72-1350-CF4558B5087D}"/>
              </a:ext>
            </a:extLst>
          </p:cNvPr>
          <p:cNvSpPr/>
          <p:nvPr/>
        </p:nvSpPr>
        <p:spPr>
          <a:xfrm>
            <a:off x="981152" y="3260785"/>
            <a:ext cx="1284720" cy="667109"/>
          </a:xfrm>
          <a:custGeom>
            <a:avLst/>
            <a:gdLst>
              <a:gd name="connsiteX0" fmla="*/ 1284720 w 1284720"/>
              <a:gd name="connsiteY0" fmla="*/ 667109 h 667109"/>
              <a:gd name="connsiteX1" fmla="*/ 807391 w 1284720"/>
              <a:gd name="connsiteY1" fmla="*/ 477328 h 667109"/>
              <a:gd name="connsiteX2" fmla="*/ 88523 w 1284720"/>
              <a:gd name="connsiteY2" fmla="*/ 339306 h 667109"/>
              <a:gd name="connsiteX3" fmla="*/ 36765 w 1284720"/>
              <a:gd name="connsiteY3" fmla="*/ 0 h 66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4720" h="667109">
                <a:moveTo>
                  <a:pt x="1284720" y="667109"/>
                </a:moveTo>
                <a:cubicBezTo>
                  <a:pt x="1145738" y="599535"/>
                  <a:pt x="1006757" y="531962"/>
                  <a:pt x="807391" y="477328"/>
                </a:cubicBezTo>
                <a:cubicBezTo>
                  <a:pt x="608025" y="422694"/>
                  <a:pt x="216961" y="418861"/>
                  <a:pt x="88523" y="339306"/>
                </a:cubicBezTo>
                <a:cubicBezTo>
                  <a:pt x="-39915" y="259751"/>
                  <a:pt x="-1575" y="129875"/>
                  <a:pt x="36765" y="0"/>
                </a:cubicBezTo>
              </a:path>
            </a:pathLst>
          </a:cu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229944-107D-0E4B-2DC9-6BA5376A17AB}"/>
              </a:ext>
            </a:extLst>
          </p:cNvPr>
          <p:cNvSpPr txBox="1"/>
          <p:nvPr/>
        </p:nvSpPr>
        <p:spPr>
          <a:xfrm>
            <a:off x="808902" y="2954077"/>
            <a:ext cx="814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>
                <a:solidFill>
                  <a:srgbClr val="FF0000"/>
                </a:solidFill>
              </a:rPr>
              <a:t>GND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D5A4F06-293C-41A0-95C1-941110982F89}"/>
              </a:ext>
            </a:extLst>
          </p:cNvPr>
          <p:cNvSpPr/>
          <p:nvPr/>
        </p:nvSpPr>
        <p:spPr>
          <a:xfrm>
            <a:off x="2472906" y="1440878"/>
            <a:ext cx="8229328" cy="3686209"/>
          </a:xfrm>
          <a:custGeom>
            <a:avLst/>
            <a:gdLst>
              <a:gd name="connsiteX0" fmla="*/ 0 w 8229328"/>
              <a:gd name="connsiteY0" fmla="*/ 2619288 h 3686209"/>
              <a:gd name="connsiteX1" fmla="*/ 419819 w 8229328"/>
              <a:gd name="connsiteY1" fmla="*/ 2366247 h 3686209"/>
              <a:gd name="connsiteX2" fmla="*/ 1247954 w 8229328"/>
              <a:gd name="connsiteY2" fmla="*/ 2527273 h 3686209"/>
              <a:gd name="connsiteX3" fmla="*/ 1771290 w 8229328"/>
              <a:gd name="connsiteY3" fmla="*/ 3274896 h 3686209"/>
              <a:gd name="connsiteX4" fmla="*/ 2449902 w 8229328"/>
              <a:gd name="connsiteY4" fmla="*/ 3619952 h 3686209"/>
              <a:gd name="connsiteX5" fmla="*/ 6072996 w 8229328"/>
              <a:gd name="connsiteY5" fmla="*/ 3671711 h 3686209"/>
              <a:gd name="connsiteX6" fmla="*/ 7838536 w 8229328"/>
              <a:gd name="connsiteY6" fmla="*/ 3441673 h 3686209"/>
              <a:gd name="connsiteX7" fmla="*/ 8200845 w 8229328"/>
              <a:gd name="connsiteY7" fmla="*/ 2256979 h 3686209"/>
              <a:gd name="connsiteX8" fmla="*/ 8085826 w 8229328"/>
              <a:gd name="connsiteY8" fmla="*/ 859499 h 3686209"/>
              <a:gd name="connsiteX9" fmla="*/ 7136920 w 8229328"/>
              <a:gd name="connsiteY9" fmla="*/ 77371 h 3686209"/>
              <a:gd name="connsiteX10" fmla="*/ 5503652 w 8229328"/>
              <a:gd name="connsiteY10" fmla="*/ 42865 h 3686209"/>
              <a:gd name="connsiteX11" fmla="*/ 4238445 w 8229328"/>
              <a:gd name="connsiteY11" fmla="*/ 203892 h 3686209"/>
              <a:gd name="connsiteX12" fmla="*/ 4106173 w 8229328"/>
              <a:gd name="connsiteY12" fmla="*/ 951514 h 368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328" h="3686209">
                <a:moveTo>
                  <a:pt x="0" y="2619288"/>
                </a:moveTo>
                <a:cubicBezTo>
                  <a:pt x="105913" y="2500435"/>
                  <a:pt x="211827" y="2381583"/>
                  <a:pt x="419819" y="2366247"/>
                </a:cubicBezTo>
                <a:cubicBezTo>
                  <a:pt x="627811" y="2350911"/>
                  <a:pt x="1022709" y="2375832"/>
                  <a:pt x="1247954" y="2527273"/>
                </a:cubicBezTo>
                <a:cubicBezTo>
                  <a:pt x="1473199" y="2678714"/>
                  <a:pt x="1570965" y="3092783"/>
                  <a:pt x="1771290" y="3274896"/>
                </a:cubicBezTo>
                <a:cubicBezTo>
                  <a:pt x="1971615" y="3457009"/>
                  <a:pt x="1732951" y="3553816"/>
                  <a:pt x="2449902" y="3619952"/>
                </a:cubicBezTo>
                <a:cubicBezTo>
                  <a:pt x="3166853" y="3686088"/>
                  <a:pt x="5174890" y="3701424"/>
                  <a:pt x="6072996" y="3671711"/>
                </a:cubicBezTo>
                <a:cubicBezTo>
                  <a:pt x="6971102" y="3641998"/>
                  <a:pt x="7483895" y="3677462"/>
                  <a:pt x="7838536" y="3441673"/>
                </a:cubicBezTo>
                <a:cubicBezTo>
                  <a:pt x="8193177" y="3205884"/>
                  <a:pt x="8159630" y="2687341"/>
                  <a:pt x="8200845" y="2256979"/>
                </a:cubicBezTo>
                <a:cubicBezTo>
                  <a:pt x="8242060" y="1826617"/>
                  <a:pt x="8263147" y="1222767"/>
                  <a:pt x="8085826" y="859499"/>
                </a:cubicBezTo>
                <a:cubicBezTo>
                  <a:pt x="7908505" y="496231"/>
                  <a:pt x="7567282" y="213477"/>
                  <a:pt x="7136920" y="77371"/>
                </a:cubicBezTo>
                <a:cubicBezTo>
                  <a:pt x="6706558" y="-58735"/>
                  <a:pt x="5986731" y="21778"/>
                  <a:pt x="5503652" y="42865"/>
                </a:cubicBezTo>
                <a:cubicBezTo>
                  <a:pt x="5020573" y="63952"/>
                  <a:pt x="4471358" y="52451"/>
                  <a:pt x="4238445" y="203892"/>
                </a:cubicBezTo>
                <a:cubicBezTo>
                  <a:pt x="4005532" y="355333"/>
                  <a:pt x="4055852" y="653423"/>
                  <a:pt x="4106173" y="951514"/>
                </a:cubicBezTo>
              </a:path>
            </a:pathLst>
          </a:cu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E8522B0-FEC5-3525-00F2-450A9EC3E06E}"/>
              </a:ext>
            </a:extLst>
          </p:cNvPr>
          <p:cNvSpPr/>
          <p:nvPr/>
        </p:nvSpPr>
        <p:spPr>
          <a:xfrm>
            <a:off x="3048000" y="703840"/>
            <a:ext cx="8480025" cy="5216449"/>
          </a:xfrm>
          <a:custGeom>
            <a:avLst/>
            <a:gdLst>
              <a:gd name="connsiteX0" fmla="*/ 0 w 8480025"/>
              <a:gd name="connsiteY0" fmla="*/ 3707134 h 5216449"/>
              <a:gd name="connsiteX1" fmla="*/ 500332 w 8480025"/>
              <a:gd name="connsiteY1" fmla="*/ 3747390 h 5216449"/>
              <a:gd name="connsiteX2" fmla="*/ 1006415 w 8480025"/>
              <a:gd name="connsiteY2" fmla="*/ 4638786 h 5216449"/>
              <a:gd name="connsiteX3" fmla="*/ 2438400 w 8480025"/>
              <a:gd name="connsiteY3" fmla="*/ 5202379 h 5216449"/>
              <a:gd name="connsiteX4" fmla="*/ 5342626 w 8480025"/>
              <a:gd name="connsiteY4" fmla="*/ 5058605 h 5216449"/>
              <a:gd name="connsiteX5" fmla="*/ 7585494 w 8480025"/>
              <a:gd name="connsiteY5" fmla="*/ 4966590 h 5216449"/>
              <a:gd name="connsiteX6" fmla="*/ 8402128 w 8480025"/>
              <a:gd name="connsiteY6" fmla="*/ 3850907 h 5216449"/>
              <a:gd name="connsiteX7" fmla="*/ 8379125 w 8480025"/>
              <a:gd name="connsiteY7" fmla="*/ 2068115 h 5216449"/>
              <a:gd name="connsiteX8" fmla="*/ 7804030 w 8480025"/>
              <a:gd name="connsiteY8" fmla="*/ 469352 h 5216449"/>
              <a:gd name="connsiteX9" fmla="*/ 5940725 w 8480025"/>
              <a:gd name="connsiteY9" fmla="*/ 95541 h 5216449"/>
              <a:gd name="connsiteX10" fmla="*/ 3973902 w 8480025"/>
              <a:gd name="connsiteY10" fmla="*/ 78288 h 5216449"/>
              <a:gd name="connsiteX11" fmla="*/ 3312543 w 8480025"/>
              <a:gd name="connsiteY11" fmla="*/ 1004190 h 5216449"/>
              <a:gd name="connsiteX12" fmla="*/ 3272287 w 8480025"/>
              <a:gd name="connsiteY12" fmla="*/ 1671300 h 5216449"/>
              <a:gd name="connsiteX13" fmla="*/ 3272287 w 8480025"/>
              <a:gd name="connsiteY13" fmla="*/ 1671300 h 5216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480025" h="5216449">
                <a:moveTo>
                  <a:pt x="0" y="3707134"/>
                </a:moveTo>
                <a:cubicBezTo>
                  <a:pt x="166298" y="3649624"/>
                  <a:pt x="332596" y="3592115"/>
                  <a:pt x="500332" y="3747390"/>
                </a:cubicBezTo>
                <a:cubicBezTo>
                  <a:pt x="668068" y="3902665"/>
                  <a:pt x="683404" y="4396288"/>
                  <a:pt x="1006415" y="4638786"/>
                </a:cubicBezTo>
                <a:cubicBezTo>
                  <a:pt x="1329426" y="4881284"/>
                  <a:pt x="1715698" y="5132409"/>
                  <a:pt x="2438400" y="5202379"/>
                </a:cubicBezTo>
                <a:cubicBezTo>
                  <a:pt x="3161102" y="5272349"/>
                  <a:pt x="5342626" y="5058605"/>
                  <a:pt x="5342626" y="5058605"/>
                </a:cubicBezTo>
                <a:cubicBezTo>
                  <a:pt x="6200475" y="5019307"/>
                  <a:pt x="7075577" y="5167873"/>
                  <a:pt x="7585494" y="4966590"/>
                </a:cubicBezTo>
                <a:cubicBezTo>
                  <a:pt x="8095411" y="4765307"/>
                  <a:pt x="8269856" y="4333986"/>
                  <a:pt x="8402128" y="3850907"/>
                </a:cubicBezTo>
                <a:cubicBezTo>
                  <a:pt x="8534400" y="3367828"/>
                  <a:pt x="8478808" y="2631707"/>
                  <a:pt x="8379125" y="2068115"/>
                </a:cubicBezTo>
                <a:cubicBezTo>
                  <a:pt x="8279442" y="1504523"/>
                  <a:pt x="8210430" y="798114"/>
                  <a:pt x="7804030" y="469352"/>
                </a:cubicBezTo>
                <a:cubicBezTo>
                  <a:pt x="7397630" y="140590"/>
                  <a:pt x="6579080" y="160718"/>
                  <a:pt x="5940725" y="95541"/>
                </a:cubicBezTo>
                <a:cubicBezTo>
                  <a:pt x="5302370" y="30364"/>
                  <a:pt x="4411932" y="-73153"/>
                  <a:pt x="3973902" y="78288"/>
                </a:cubicBezTo>
                <a:cubicBezTo>
                  <a:pt x="3535872" y="229729"/>
                  <a:pt x="3429479" y="738688"/>
                  <a:pt x="3312543" y="1004190"/>
                </a:cubicBezTo>
                <a:cubicBezTo>
                  <a:pt x="3195607" y="1269692"/>
                  <a:pt x="3272287" y="1671300"/>
                  <a:pt x="3272287" y="1671300"/>
                </a:cubicBezTo>
                <a:lnTo>
                  <a:pt x="3272287" y="1671300"/>
                </a:lnTo>
              </a:path>
            </a:pathLst>
          </a:cu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30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144</Words>
  <Application>Microsoft Office PowerPoint</Application>
  <PresentationFormat>Widescreen</PresentationFormat>
  <Paragraphs>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Bebas Neue</vt:lpstr>
      <vt:lpstr>Bitter Black</vt:lpstr>
      <vt:lpstr>Consolas</vt:lpstr>
      <vt:lpstr>Office Theme</vt:lpstr>
      <vt:lpstr>Datasheet &amp; Coding</vt:lpstr>
      <vt:lpstr>NỘI DUNG</vt:lpstr>
      <vt:lpstr>SSD1306</vt:lpstr>
      <vt:lpstr>SSD1306</vt:lpstr>
      <vt:lpstr>SSD1306</vt:lpstr>
      <vt:lpstr>SSD1306 - FONT</vt:lpstr>
      <vt:lpstr>SSD1306 - FONT</vt:lpstr>
      <vt:lpstr>HCSR05</vt:lpstr>
      <vt:lpstr>HCSR05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MICOM</dc:creator>
  <cp:lastModifiedBy>MICOM</cp:lastModifiedBy>
  <cp:revision>1</cp:revision>
  <dcterms:created xsi:type="dcterms:W3CDTF">2025-12-01T02:30:35Z</dcterms:created>
  <dcterms:modified xsi:type="dcterms:W3CDTF">2025-12-01T06:58:29Z</dcterms:modified>
</cp:coreProperties>
</file>